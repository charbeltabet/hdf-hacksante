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MiSans" pitchFamily="2" charset="-122"/>
      <p:regular r:id="rId15"/>
    </p:embeddedFont>
    <p:embeddedFont>
      <p:font typeface="Hedvig Letters Sans" pitchFamily="2" charset="77"/>
      <p:regular r:id="rId16"/>
    </p:embeddedFont>
    <p:embeddedFont>
      <p:font typeface="Liter" panose="02000503030000020004" pitchFamily="2" charset="0"/>
      <p:regular r:id="rId17"/>
    </p:embeddedFont>
    <p:embeddedFont>
      <p:font typeface="Quattrocento Sans" panose="020B0502050000020003" pitchFamily="34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90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3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6691d375efbb2759cdb579ce22901c4b6af8a4a9.jp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535C">
                  <a:alpha val="95000"/>
                </a:srgbClr>
              </a:gs>
              <a:gs pos="50000">
                <a:srgbClr val="1A535C">
                  <a:alpha val="85000"/>
                </a:srgbClr>
              </a:gs>
              <a:gs pos="100000">
                <a:srgbClr val="4A7C82">
                  <a:alpha val="8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754612" y="939403"/>
            <a:ext cx="2686050" cy="504825"/>
          </a:xfrm>
          <a:custGeom>
            <a:avLst/>
            <a:gdLst/>
            <a:ahLst/>
            <a:cxnLst/>
            <a:rect l="l" t="t" r="r" b="b"/>
            <a:pathLst>
              <a:path w="2686050" h="504825">
                <a:moveTo>
                  <a:pt x="252413" y="0"/>
                </a:moveTo>
                <a:lnTo>
                  <a:pt x="2433638" y="0"/>
                </a:lnTo>
                <a:cubicBezTo>
                  <a:pt x="2572948" y="0"/>
                  <a:pt x="2686050" y="113102"/>
                  <a:pt x="2686050" y="252413"/>
                </a:cubicBezTo>
                <a:lnTo>
                  <a:pt x="2686050" y="252413"/>
                </a:lnTo>
                <a:cubicBezTo>
                  <a:pt x="2686050" y="391723"/>
                  <a:pt x="2572948" y="504825"/>
                  <a:pt x="2433638" y="504825"/>
                </a:cubicBezTo>
                <a:lnTo>
                  <a:pt x="252413" y="504825"/>
                </a:lnTo>
                <a:cubicBezTo>
                  <a:pt x="113102" y="504825"/>
                  <a:pt x="0" y="391723"/>
                  <a:pt x="0" y="252413"/>
                </a:cubicBezTo>
                <a:lnTo>
                  <a:pt x="0" y="252413"/>
                </a:lnTo>
                <a:cubicBezTo>
                  <a:pt x="0" y="113102"/>
                  <a:pt x="113102" y="0"/>
                  <a:pt x="252412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011787" y="109656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40146"/>
                </a:moveTo>
                <a:lnTo>
                  <a:pt x="89669" y="32407"/>
                </a:lnTo>
                <a:cubicBezTo>
                  <a:pt x="80367" y="19534"/>
                  <a:pt x="65447" y="11906"/>
                  <a:pt x="49523" y="11906"/>
                </a:cubicBezTo>
                <a:cubicBezTo>
                  <a:pt x="22175" y="11906"/>
                  <a:pt x="0" y="34082"/>
                  <a:pt x="0" y="61429"/>
                </a:cubicBezTo>
                <a:lnTo>
                  <a:pt x="0" y="62396"/>
                </a:lnTo>
                <a:cubicBezTo>
                  <a:pt x="0" y="71177"/>
                  <a:pt x="2307" y="80256"/>
                  <a:pt x="6176" y="89297"/>
                </a:cubicBezTo>
                <a:lnTo>
                  <a:pt x="45616" y="89297"/>
                </a:lnTo>
                <a:cubicBezTo>
                  <a:pt x="46806" y="89297"/>
                  <a:pt x="47885" y="88590"/>
                  <a:pt x="48369" y="87474"/>
                </a:cubicBezTo>
                <a:lnTo>
                  <a:pt x="60201" y="59085"/>
                </a:lnTo>
                <a:cubicBezTo>
                  <a:pt x="61578" y="55811"/>
                  <a:pt x="64777" y="53653"/>
                  <a:pt x="68312" y="53578"/>
                </a:cubicBezTo>
                <a:cubicBezTo>
                  <a:pt x="71847" y="53504"/>
                  <a:pt x="75121" y="55587"/>
                  <a:pt x="76572" y="58824"/>
                </a:cubicBezTo>
                <a:lnTo>
                  <a:pt x="95659" y="101203"/>
                </a:lnTo>
                <a:lnTo>
                  <a:pt x="111063" y="70396"/>
                </a:lnTo>
                <a:cubicBezTo>
                  <a:pt x="112588" y="67382"/>
                  <a:pt x="115677" y="65447"/>
                  <a:pt x="119063" y="65447"/>
                </a:cubicBezTo>
                <a:cubicBezTo>
                  <a:pt x="122448" y="65447"/>
                  <a:pt x="125537" y="67345"/>
                  <a:pt x="127062" y="70396"/>
                </a:cubicBezTo>
                <a:lnTo>
                  <a:pt x="135694" y="87623"/>
                </a:lnTo>
                <a:cubicBezTo>
                  <a:pt x="136215" y="88627"/>
                  <a:pt x="137220" y="89260"/>
                  <a:pt x="138373" y="89260"/>
                </a:cubicBezTo>
                <a:lnTo>
                  <a:pt x="184361" y="89260"/>
                </a:lnTo>
                <a:cubicBezTo>
                  <a:pt x="188268" y="80218"/>
                  <a:pt x="190537" y="71140"/>
                  <a:pt x="190537" y="62359"/>
                </a:cubicBezTo>
                <a:lnTo>
                  <a:pt x="190537" y="61392"/>
                </a:lnTo>
                <a:cubicBezTo>
                  <a:pt x="190500" y="34082"/>
                  <a:pt x="168325" y="11906"/>
                  <a:pt x="140977" y="11906"/>
                </a:cubicBezTo>
                <a:cubicBezTo>
                  <a:pt x="125090" y="11906"/>
                  <a:pt x="110133" y="19534"/>
                  <a:pt x="100831" y="32407"/>
                </a:cubicBezTo>
                <a:lnTo>
                  <a:pt x="95250" y="40109"/>
                </a:lnTo>
                <a:close/>
                <a:moveTo>
                  <a:pt x="174724" y="107156"/>
                </a:moveTo>
                <a:lnTo>
                  <a:pt x="138336" y="107156"/>
                </a:lnTo>
                <a:cubicBezTo>
                  <a:pt x="130448" y="107156"/>
                  <a:pt x="123230" y="102691"/>
                  <a:pt x="119695" y="95622"/>
                </a:cubicBezTo>
                <a:lnTo>
                  <a:pt x="119063" y="94357"/>
                </a:lnTo>
                <a:lnTo>
                  <a:pt x="103250" y="126020"/>
                </a:lnTo>
                <a:cubicBezTo>
                  <a:pt x="101724" y="129108"/>
                  <a:pt x="98524" y="131043"/>
                  <a:pt x="95064" y="130969"/>
                </a:cubicBezTo>
                <a:cubicBezTo>
                  <a:pt x="91604" y="130894"/>
                  <a:pt x="88516" y="128848"/>
                  <a:pt x="87102" y="125723"/>
                </a:cubicBezTo>
                <a:lnTo>
                  <a:pt x="68759" y="84981"/>
                </a:lnTo>
                <a:lnTo>
                  <a:pt x="64852" y="94357"/>
                </a:lnTo>
                <a:cubicBezTo>
                  <a:pt x="61615" y="102133"/>
                  <a:pt x="54025" y="107193"/>
                  <a:pt x="45616" y="107193"/>
                </a:cubicBezTo>
                <a:lnTo>
                  <a:pt x="15776" y="107193"/>
                </a:lnTo>
                <a:cubicBezTo>
                  <a:pt x="33338" y="134652"/>
                  <a:pt x="61540" y="159916"/>
                  <a:pt x="79177" y="173385"/>
                </a:cubicBezTo>
                <a:cubicBezTo>
                  <a:pt x="83790" y="176882"/>
                  <a:pt x="89446" y="178631"/>
                  <a:pt x="95213" y="178631"/>
                </a:cubicBezTo>
                <a:cubicBezTo>
                  <a:pt x="100980" y="178631"/>
                  <a:pt x="106673" y="176919"/>
                  <a:pt x="111249" y="173385"/>
                </a:cubicBezTo>
                <a:cubicBezTo>
                  <a:pt x="128960" y="159879"/>
                  <a:pt x="157163" y="134615"/>
                  <a:pt x="174724" y="107156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297537" y="1058466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kern="0" spc="68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HACKATHON PROJECT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94746" y="2058591"/>
            <a:ext cx="34004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kern="0" spc="-180" dirty="0">
                <a:solidFill>
                  <a:srgbClr val="F8F9F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HSante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0" y="3201591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582367" y="3563541"/>
            <a:ext cx="50292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F8F9FA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Medical Intake Automation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522241" y="4485084"/>
            <a:ext cx="5143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Any Input to a Filled DxCare Form in Seconds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710583" y="54661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820120" y="5599509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239220" y="5561409"/>
            <a:ext cx="81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AI-Driven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319192" y="5504259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8F9FA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633517" y="54661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778773" y="559950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62154" y="5561409"/>
            <a:ext cx="59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011888" y="5504259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8F9FA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326213" y="54661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7459563" y="559950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854851" y="5561409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690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7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609600"/>
            <a:ext cx="7067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Problem: Slow Hospital Intake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409700"/>
            <a:ext cx="5581650" cy="1676400"/>
          </a:xfrm>
          <a:custGeom>
            <a:avLst/>
            <a:gdLst/>
            <a:ahLst/>
            <a:cxnLst/>
            <a:rect l="l" t="t" r="r" b="b"/>
            <a:pathLst>
              <a:path w="5581650" h="1676400">
                <a:moveTo>
                  <a:pt x="38100" y="0"/>
                </a:moveTo>
                <a:lnTo>
                  <a:pt x="5429248" y="0"/>
                </a:lnTo>
                <a:cubicBezTo>
                  <a:pt x="5513418" y="0"/>
                  <a:pt x="5581650" y="68232"/>
                  <a:pt x="5581650" y="152402"/>
                </a:cubicBezTo>
                <a:lnTo>
                  <a:pt x="5581650" y="1523998"/>
                </a:lnTo>
                <a:cubicBezTo>
                  <a:pt x="5581650" y="1608168"/>
                  <a:pt x="5513418" y="1676400"/>
                  <a:pt x="5429248" y="1676400"/>
                </a:cubicBezTo>
                <a:lnTo>
                  <a:pt x="38100" y="1676400"/>
                </a:lnTo>
                <a:cubicBezTo>
                  <a:pt x="17058" y="1676400"/>
                  <a:pt x="0" y="1659342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0050" y="1409700"/>
            <a:ext cx="38100" cy="1676400"/>
          </a:xfrm>
          <a:custGeom>
            <a:avLst/>
            <a:gdLst/>
            <a:ahLst/>
            <a:cxnLst/>
            <a:rect l="l" t="t" r="r" b="b"/>
            <a:pathLst>
              <a:path w="38100" h="1676400">
                <a:moveTo>
                  <a:pt x="38100" y="0"/>
                </a:moveTo>
                <a:lnTo>
                  <a:pt x="38100" y="0"/>
                </a:lnTo>
                <a:lnTo>
                  <a:pt x="38100" y="1676400"/>
                </a:lnTo>
                <a:lnTo>
                  <a:pt x="38100" y="1676400"/>
                </a:lnTo>
                <a:cubicBezTo>
                  <a:pt x="17072" y="1676400"/>
                  <a:pt x="0" y="1659328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770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0100" y="1790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33500" y="16383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Time-Consuming Process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019300"/>
            <a:ext cx="45053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Clinicians manually transcribe patient information from multiple sources into DxCare forms — a repetitive task that consumes valuable care time.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236119"/>
            <a:ext cx="5581650" cy="1676400"/>
          </a:xfrm>
          <a:custGeom>
            <a:avLst/>
            <a:gdLst/>
            <a:ahLst/>
            <a:cxnLst/>
            <a:rect l="l" t="t" r="r" b="b"/>
            <a:pathLst>
              <a:path w="5581650" h="1676400">
                <a:moveTo>
                  <a:pt x="38100" y="0"/>
                </a:moveTo>
                <a:lnTo>
                  <a:pt x="5429248" y="0"/>
                </a:lnTo>
                <a:cubicBezTo>
                  <a:pt x="5513418" y="0"/>
                  <a:pt x="5581650" y="68232"/>
                  <a:pt x="5581650" y="152402"/>
                </a:cubicBezTo>
                <a:lnTo>
                  <a:pt x="5581650" y="1523998"/>
                </a:lnTo>
                <a:cubicBezTo>
                  <a:pt x="5581650" y="1608168"/>
                  <a:pt x="5513418" y="1676400"/>
                  <a:pt x="5429248" y="1676400"/>
                </a:cubicBezTo>
                <a:lnTo>
                  <a:pt x="38100" y="1676400"/>
                </a:lnTo>
                <a:cubicBezTo>
                  <a:pt x="17058" y="1676400"/>
                  <a:pt x="0" y="1659342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00050" y="3236119"/>
            <a:ext cx="38100" cy="1676400"/>
          </a:xfrm>
          <a:custGeom>
            <a:avLst/>
            <a:gdLst/>
            <a:ahLst/>
            <a:cxnLst/>
            <a:rect l="l" t="t" r="r" b="b"/>
            <a:pathLst>
              <a:path w="38100" h="1676400">
                <a:moveTo>
                  <a:pt x="38100" y="0"/>
                </a:moveTo>
                <a:lnTo>
                  <a:pt x="38100" y="0"/>
                </a:lnTo>
                <a:lnTo>
                  <a:pt x="38100" y="1676400"/>
                </a:lnTo>
                <a:lnTo>
                  <a:pt x="38100" y="1676400"/>
                </a:lnTo>
                <a:cubicBezTo>
                  <a:pt x="17072" y="1676400"/>
                  <a:pt x="0" y="1659328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7700" y="346471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0100" y="361711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33500" y="3464719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Error-Prone Workflow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3500" y="3845719"/>
            <a:ext cx="45053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data entry increases risk of transcription errors, potentially affecting patient care and creating compliance issues.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5062538"/>
            <a:ext cx="5581650" cy="1676400"/>
          </a:xfrm>
          <a:custGeom>
            <a:avLst/>
            <a:gdLst/>
            <a:ahLst/>
            <a:cxnLst/>
            <a:rect l="l" t="t" r="r" b="b"/>
            <a:pathLst>
              <a:path w="5581650" h="1676400">
                <a:moveTo>
                  <a:pt x="38100" y="0"/>
                </a:moveTo>
                <a:lnTo>
                  <a:pt x="5429248" y="0"/>
                </a:lnTo>
                <a:cubicBezTo>
                  <a:pt x="5513418" y="0"/>
                  <a:pt x="5581650" y="68232"/>
                  <a:pt x="5581650" y="152402"/>
                </a:cubicBezTo>
                <a:lnTo>
                  <a:pt x="5581650" y="1523998"/>
                </a:lnTo>
                <a:cubicBezTo>
                  <a:pt x="5581650" y="1608168"/>
                  <a:pt x="5513418" y="1676400"/>
                  <a:pt x="5429248" y="1676400"/>
                </a:cubicBezTo>
                <a:lnTo>
                  <a:pt x="38100" y="1676400"/>
                </a:lnTo>
                <a:cubicBezTo>
                  <a:pt x="17058" y="1676400"/>
                  <a:pt x="0" y="1659342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00050" y="5062538"/>
            <a:ext cx="38100" cy="1676400"/>
          </a:xfrm>
          <a:custGeom>
            <a:avLst/>
            <a:gdLst/>
            <a:ahLst/>
            <a:cxnLst/>
            <a:rect l="l" t="t" r="r" b="b"/>
            <a:pathLst>
              <a:path w="38100" h="1676400">
                <a:moveTo>
                  <a:pt x="38100" y="0"/>
                </a:moveTo>
                <a:lnTo>
                  <a:pt x="38100" y="0"/>
                </a:lnTo>
                <a:lnTo>
                  <a:pt x="38100" y="1676400"/>
                </a:lnTo>
                <a:lnTo>
                  <a:pt x="38100" y="1676400"/>
                </a:lnTo>
                <a:cubicBezTo>
                  <a:pt x="17072" y="1676400"/>
                  <a:pt x="0" y="1659328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7700" y="529113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4388" y="544353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3572"/>
                </a:move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lose/>
                <a:moveTo>
                  <a:pt x="126802" y="143232"/>
                </a:moveTo>
                <a:cubicBezTo>
                  <a:pt x="124391" y="143009"/>
                  <a:pt x="121890" y="142875"/>
                  <a:pt x="119390" y="142875"/>
                </a:cubicBezTo>
                <a:lnTo>
                  <a:pt x="80590" y="142875"/>
                </a:lnTo>
                <a:cubicBezTo>
                  <a:pt x="78090" y="142875"/>
                  <a:pt x="75634" y="143009"/>
                  <a:pt x="73179" y="143232"/>
                </a:cubicBezTo>
                <a:lnTo>
                  <a:pt x="73179" y="173370"/>
                </a:lnTo>
                <a:cubicBezTo>
                  <a:pt x="80546" y="176763"/>
                  <a:pt x="85680" y="184219"/>
                  <a:pt x="85680" y="192837"/>
                </a:cubicBezTo>
                <a:cubicBezTo>
                  <a:pt x="85680" y="204668"/>
                  <a:pt x="76081" y="214268"/>
                  <a:pt x="64249" y="214268"/>
                </a:cubicBezTo>
                <a:cubicBezTo>
                  <a:pt x="52417" y="214268"/>
                  <a:pt x="42818" y="204668"/>
                  <a:pt x="42818" y="192837"/>
                </a:cubicBezTo>
                <a:cubicBezTo>
                  <a:pt x="42818" y="184175"/>
                  <a:pt x="47952" y="176719"/>
                  <a:pt x="55319" y="173370"/>
                </a:cubicBezTo>
                <a:lnTo>
                  <a:pt x="55319" y="147295"/>
                </a:lnTo>
                <a:cubicBezTo>
                  <a:pt x="27236" y="157609"/>
                  <a:pt x="7144" y="184666"/>
                  <a:pt x="7144" y="216366"/>
                </a:cubicBezTo>
                <a:cubicBezTo>
                  <a:pt x="7144" y="223108"/>
                  <a:pt x="12636" y="228600"/>
                  <a:pt x="19377" y="228600"/>
                </a:cubicBezTo>
                <a:lnTo>
                  <a:pt x="180603" y="228600"/>
                </a:lnTo>
                <a:cubicBezTo>
                  <a:pt x="187345" y="228600"/>
                  <a:pt x="192837" y="223108"/>
                  <a:pt x="192837" y="216366"/>
                </a:cubicBezTo>
                <a:cubicBezTo>
                  <a:pt x="192837" y="184666"/>
                  <a:pt x="172745" y="157654"/>
                  <a:pt x="144616" y="147340"/>
                </a:cubicBezTo>
                <a:lnTo>
                  <a:pt x="144616" y="164038"/>
                </a:lnTo>
                <a:cubicBezTo>
                  <a:pt x="155019" y="167700"/>
                  <a:pt x="162476" y="177656"/>
                  <a:pt x="162476" y="189309"/>
                </a:cubicBezTo>
                <a:lnTo>
                  <a:pt x="162476" y="203597"/>
                </a:lnTo>
                <a:cubicBezTo>
                  <a:pt x="162476" y="208508"/>
                  <a:pt x="158457" y="212527"/>
                  <a:pt x="153546" y="212527"/>
                </a:cubicBezTo>
                <a:cubicBezTo>
                  <a:pt x="148635" y="212527"/>
                  <a:pt x="144616" y="208508"/>
                  <a:pt x="144616" y="203597"/>
                </a:cubicBezTo>
                <a:lnTo>
                  <a:pt x="144616" y="189309"/>
                </a:lnTo>
                <a:cubicBezTo>
                  <a:pt x="144616" y="184398"/>
                  <a:pt x="140598" y="180380"/>
                  <a:pt x="135687" y="180380"/>
                </a:cubicBezTo>
                <a:cubicBezTo>
                  <a:pt x="130775" y="180380"/>
                  <a:pt x="126757" y="184398"/>
                  <a:pt x="126757" y="189309"/>
                </a:cubicBezTo>
                <a:lnTo>
                  <a:pt x="126757" y="203597"/>
                </a:lnTo>
                <a:cubicBezTo>
                  <a:pt x="126757" y="208508"/>
                  <a:pt x="122739" y="212527"/>
                  <a:pt x="117827" y="212527"/>
                </a:cubicBezTo>
                <a:cubicBezTo>
                  <a:pt x="112916" y="212527"/>
                  <a:pt x="108898" y="208508"/>
                  <a:pt x="108898" y="203597"/>
                </a:cubicBezTo>
                <a:lnTo>
                  <a:pt x="108898" y="189309"/>
                </a:lnTo>
                <a:cubicBezTo>
                  <a:pt x="108898" y="177656"/>
                  <a:pt x="116354" y="167744"/>
                  <a:pt x="126757" y="164038"/>
                </a:cubicBezTo>
                <a:lnTo>
                  <a:pt x="126757" y="143232"/>
                </a:ln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33500" y="5291138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Care Time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" y="5672138"/>
            <a:ext cx="45053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Administrative burden takes time away from direct patient interaction, impacting quality of care and clinician satisfaction.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0300" y="1409700"/>
            <a:ext cx="5600700" cy="5324475"/>
          </a:xfrm>
          <a:custGeom>
            <a:avLst/>
            <a:gdLst/>
            <a:ahLst/>
            <a:cxnLst/>
            <a:rect l="l" t="t" r="r" b="b"/>
            <a:pathLst>
              <a:path w="5600700" h="5324475">
                <a:moveTo>
                  <a:pt x="152386" y="0"/>
                </a:moveTo>
                <a:lnTo>
                  <a:pt x="5448314" y="0"/>
                </a:lnTo>
                <a:cubicBezTo>
                  <a:pt x="5532474" y="0"/>
                  <a:pt x="5600700" y="68226"/>
                  <a:pt x="5600700" y="152386"/>
                </a:cubicBezTo>
                <a:lnTo>
                  <a:pt x="5600700" y="5172089"/>
                </a:lnTo>
                <a:cubicBezTo>
                  <a:pt x="5600700" y="5256249"/>
                  <a:pt x="5532474" y="5324475"/>
                  <a:pt x="5448314" y="5324475"/>
                </a:cubicBezTo>
                <a:lnTo>
                  <a:pt x="152386" y="5324475"/>
                </a:lnTo>
                <a:cubicBezTo>
                  <a:pt x="68226" y="5324475"/>
                  <a:pt x="0" y="5256249"/>
                  <a:pt x="0" y="5172089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689181" y="1729978"/>
            <a:ext cx="642938" cy="571500"/>
          </a:xfrm>
          <a:custGeom>
            <a:avLst/>
            <a:gdLst/>
            <a:ahLst/>
            <a:cxnLst/>
            <a:rect l="l" t="t" r="r" b="b"/>
            <a:pathLst>
              <a:path w="642938" h="571500">
                <a:moveTo>
                  <a:pt x="142875" y="71438"/>
                </a:moveTo>
                <a:cubicBezTo>
                  <a:pt x="142875" y="32035"/>
                  <a:pt x="174910" y="0"/>
                  <a:pt x="214313" y="0"/>
                </a:cubicBezTo>
                <a:lnTo>
                  <a:pt x="428625" y="0"/>
                </a:lnTo>
                <a:cubicBezTo>
                  <a:pt x="468027" y="0"/>
                  <a:pt x="500063" y="32035"/>
                  <a:pt x="500063" y="71438"/>
                </a:cubicBezTo>
                <a:lnTo>
                  <a:pt x="500063" y="142875"/>
                </a:lnTo>
                <a:lnTo>
                  <a:pt x="571500" y="142875"/>
                </a:lnTo>
                <a:cubicBezTo>
                  <a:pt x="610902" y="142875"/>
                  <a:pt x="642938" y="174910"/>
                  <a:pt x="642938" y="214313"/>
                </a:cubicBezTo>
                <a:lnTo>
                  <a:pt x="642938" y="500063"/>
                </a:lnTo>
                <a:cubicBezTo>
                  <a:pt x="642938" y="539465"/>
                  <a:pt x="610902" y="571500"/>
                  <a:pt x="571500" y="571500"/>
                </a:cubicBezTo>
                <a:lnTo>
                  <a:pt x="71438" y="571500"/>
                </a:lnTo>
                <a:cubicBezTo>
                  <a:pt x="32035" y="571500"/>
                  <a:pt x="0" y="539465"/>
                  <a:pt x="0" y="500063"/>
                </a:cubicBezTo>
                <a:lnTo>
                  <a:pt x="0" y="214313"/>
                </a:lnTo>
                <a:cubicBezTo>
                  <a:pt x="0" y="174910"/>
                  <a:pt x="32035" y="142875"/>
                  <a:pt x="71438" y="142875"/>
                </a:cubicBezTo>
                <a:lnTo>
                  <a:pt x="142875" y="142875"/>
                </a:lnTo>
                <a:lnTo>
                  <a:pt x="142875" y="71438"/>
                </a:lnTo>
                <a:close/>
                <a:moveTo>
                  <a:pt x="303609" y="392906"/>
                </a:moveTo>
                <a:cubicBezTo>
                  <a:pt x="283852" y="392906"/>
                  <a:pt x="267891" y="408868"/>
                  <a:pt x="267891" y="428625"/>
                </a:cubicBezTo>
                <a:lnTo>
                  <a:pt x="267891" y="517922"/>
                </a:lnTo>
                <a:lnTo>
                  <a:pt x="375047" y="517922"/>
                </a:lnTo>
                <a:lnTo>
                  <a:pt x="375047" y="428625"/>
                </a:lnTo>
                <a:cubicBezTo>
                  <a:pt x="375047" y="408868"/>
                  <a:pt x="359085" y="392906"/>
                  <a:pt x="339328" y="392906"/>
                </a:cubicBezTo>
                <a:lnTo>
                  <a:pt x="303609" y="392906"/>
                </a:lnTo>
                <a:close/>
                <a:moveTo>
                  <a:pt x="142875" y="410766"/>
                </a:moveTo>
                <a:lnTo>
                  <a:pt x="142875" y="375047"/>
                </a:lnTo>
                <a:cubicBezTo>
                  <a:pt x="142875" y="365224"/>
                  <a:pt x="134838" y="357188"/>
                  <a:pt x="125016" y="357188"/>
                </a:cubicBezTo>
                <a:lnTo>
                  <a:pt x="89297" y="357188"/>
                </a:lnTo>
                <a:cubicBezTo>
                  <a:pt x="79474" y="357188"/>
                  <a:pt x="71438" y="365224"/>
                  <a:pt x="71438" y="375047"/>
                </a:cubicBezTo>
                <a:lnTo>
                  <a:pt x="71438" y="410766"/>
                </a:lnTo>
                <a:cubicBezTo>
                  <a:pt x="71438" y="420588"/>
                  <a:pt x="79474" y="428625"/>
                  <a:pt x="89297" y="428625"/>
                </a:cubicBezTo>
                <a:lnTo>
                  <a:pt x="125016" y="428625"/>
                </a:lnTo>
                <a:cubicBezTo>
                  <a:pt x="134838" y="428625"/>
                  <a:pt x="142875" y="420588"/>
                  <a:pt x="142875" y="410766"/>
                </a:cubicBezTo>
                <a:close/>
                <a:moveTo>
                  <a:pt x="125016" y="285750"/>
                </a:moveTo>
                <a:cubicBezTo>
                  <a:pt x="134838" y="285750"/>
                  <a:pt x="142875" y="277713"/>
                  <a:pt x="142875" y="267891"/>
                </a:cubicBezTo>
                <a:lnTo>
                  <a:pt x="142875" y="232172"/>
                </a:lnTo>
                <a:cubicBezTo>
                  <a:pt x="142875" y="222349"/>
                  <a:pt x="134838" y="214313"/>
                  <a:pt x="125016" y="214313"/>
                </a:cubicBezTo>
                <a:lnTo>
                  <a:pt x="89297" y="214313"/>
                </a:lnTo>
                <a:cubicBezTo>
                  <a:pt x="79474" y="214313"/>
                  <a:pt x="71438" y="222349"/>
                  <a:pt x="71438" y="232172"/>
                </a:cubicBezTo>
                <a:lnTo>
                  <a:pt x="71438" y="267891"/>
                </a:lnTo>
                <a:cubicBezTo>
                  <a:pt x="71438" y="277713"/>
                  <a:pt x="79474" y="285750"/>
                  <a:pt x="89297" y="285750"/>
                </a:cubicBezTo>
                <a:lnTo>
                  <a:pt x="125016" y="285750"/>
                </a:lnTo>
                <a:close/>
                <a:moveTo>
                  <a:pt x="571500" y="410766"/>
                </a:moveTo>
                <a:lnTo>
                  <a:pt x="571500" y="375047"/>
                </a:lnTo>
                <a:cubicBezTo>
                  <a:pt x="571500" y="365224"/>
                  <a:pt x="563463" y="357188"/>
                  <a:pt x="553641" y="357188"/>
                </a:cubicBezTo>
                <a:lnTo>
                  <a:pt x="517922" y="357188"/>
                </a:lnTo>
                <a:cubicBezTo>
                  <a:pt x="508099" y="357188"/>
                  <a:pt x="500063" y="365224"/>
                  <a:pt x="500063" y="375047"/>
                </a:cubicBezTo>
                <a:lnTo>
                  <a:pt x="500063" y="410766"/>
                </a:lnTo>
                <a:cubicBezTo>
                  <a:pt x="500063" y="420588"/>
                  <a:pt x="508099" y="428625"/>
                  <a:pt x="517922" y="428625"/>
                </a:cubicBezTo>
                <a:lnTo>
                  <a:pt x="553641" y="428625"/>
                </a:lnTo>
                <a:cubicBezTo>
                  <a:pt x="563463" y="428625"/>
                  <a:pt x="571500" y="420588"/>
                  <a:pt x="571500" y="410766"/>
                </a:cubicBezTo>
                <a:close/>
                <a:moveTo>
                  <a:pt x="553641" y="285750"/>
                </a:moveTo>
                <a:cubicBezTo>
                  <a:pt x="563463" y="285750"/>
                  <a:pt x="571500" y="277713"/>
                  <a:pt x="571500" y="267891"/>
                </a:cubicBezTo>
                <a:lnTo>
                  <a:pt x="571500" y="232172"/>
                </a:lnTo>
                <a:cubicBezTo>
                  <a:pt x="571500" y="222349"/>
                  <a:pt x="563463" y="214313"/>
                  <a:pt x="553641" y="214313"/>
                </a:cubicBezTo>
                <a:lnTo>
                  <a:pt x="517922" y="214313"/>
                </a:lnTo>
                <a:cubicBezTo>
                  <a:pt x="508099" y="214313"/>
                  <a:pt x="500063" y="222349"/>
                  <a:pt x="500063" y="232172"/>
                </a:cubicBezTo>
                <a:lnTo>
                  <a:pt x="500063" y="267891"/>
                </a:lnTo>
                <a:cubicBezTo>
                  <a:pt x="500063" y="277713"/>
                  <a:pt x="508099" y="285750"/>
                  <a:pt x="517922" y="285750"/>
                </a:cubicBezTo>
                <a:lnTo>
                  <a:pt x="553641" y="285750"/>
                </a:lnTo>
                <a:close/>
                <a:moveTo>
                  <a:pt x="294680" y="116086"/>
                </a:moveTo>
                <a:lnTo>
                  <a:pt x="294680" y="151805"/>
                </a:lnTo>
                <a:lnTo>
                  <a:pt x="258961" y="151805"/>
                </a:lnTo>
                <a:cubicBezTo>
                  <a:pt x="249138" y="151805"/>
                  <a:pt x="241102" y="159841"/>
                  <a:pt x="241102" y="169664"/>
                </a:cubicBezTo>
                <a:lnTo>
                  <a:pt x="241102" y="187523"/>
                </a:lnTo>
                <a:cubicBezTo>
                  <a:pt x="241102" y="197346"/>
                  <a:pt x="249138" y="205383"/>
                  <a:pt x="258961" y="205383"/>
                </a:cubicBezTo>
                <a:lnTo>
                  <a:pt x="294680" y="205383"/>
                </a:lnTo>
                <a:lnTo>
                  <a:pt x="294680" y="241102"/>
                </a:lnTo>
                <a:cubicBezTo>
                  <a:pt x="294680" y="250924"/>
                  <a:pt x="302716" y="258961"/>
                  <a:pt x="312539" y="258961"/>
                </a:cubicBezTo>
                <a:lnTo>
                  <a:pt x="330398" y="258961"/>
                </a:lnTo>
                <a:cubicBezTo>
                  <a:pt x="340221" y="258961"/>
                  <a:pt x="348258" y="250924"/>
                  <a:pt x="348258" y="241102"/>
                </a:cubicBezTo>
                <a:lnTo>
                  <a:pt x="348258" y="205383"/>
                </a:lnTo>
                <a:lnTo>
                  <a:pt x="383977" y="205383"/>
                </a:lnTo>
                <a:cubicBezTo>
                  <a:pt x="393799" y="205383"/>
                  <a:pt x="401836" y="197346"/>
                  <a:pt x="401836" y="187523"/>
                </a:cubicBezTo>
                <a:lnTo>
                  <a:pt x="401836" y="169664"/>
                </a:lnTo>
                <a:cubicBezTo>
                  <a:pt x="401836" y="159841"/>
                  <a:pt x="393799" y="151805"/>
                  <a:pt x="383977" y="151805"/>
                </a:cubicBezTo>
                <a:lnTo>
                  <a:pt x="348258" y="151805"/>
                </a:lnTo>
                <a:lnTo>
                  <a:pt x="348258" y="116086"/>
                </a:lnTo>
                <a:cubicBezTo>
                  <a:pt x="348258" y="106263"/>
                  <a:pt x="340221" y="98227"/>
                  <a:pt x="330398" y="98227"/>
                </a:cubicBezTo>
                <a:lnTo>
                  <a:pt x="312539" y="98227"/>
                </a:lnTo>
                <a:cubicBezTo>
                  <a:pt x="302716" y="98227"/>
                  <a:pt x="294680" y="106263"/>
                  <a:pt x="294680" y="116086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43663" y="2453878"/>
            <a:ext cx="5133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Reality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15100" y="3177778"/>
            <a:ext cx="4991100" cy="571500"/>
          </a:xfrm>
          <a:custGeom>
            <a:avLst/>
            <a:gdLst/>
            <a:ahLst/>
            <a:cxnLst/>
            <a:rect l="l" t="t" r="r" b="b"/>
            <a:pathLst>
              <a:path w="4991100" h="571500">
                <a:moveTo>
                  <a:pt x="114300" y="0"/>
                </a:moveTo>
                <a:lnTo>
                  <a:pt x="4876800" y="0"/>
                </a:lnTo>
                <a:cubicBezTo>
                  <a:pt x="4939884" y="0"/>
                  <a:pt x="4991100" y="51216"/>
                  <a:pt x="4991100" y="114300"/>
                </a:cubicBezTo>
                <a:lnTo>
                  <a:pt x="4991100" y="457200"/>
                </a:lnTo>
                <a:cubicBezTo>
                  <a:pt x="4991100" y="520284"/>
                  <a:pt x="4939884" y="571500"/>
                  <a:pt x="4876800" y="571500"/>
                </a:cubicBezTo>
                <a:lnTo>
                  <a:pt x="114300" y="571500"/>
                </a:lnTo>
                <a:cubicBezTo>
                  <a:pt x="51216" y="571500"/>
                  <a:pt x="0" y="520284"/>
                  <a:pt x="0" y="457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24650" y="334922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05650" y="3330178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Handwritten notes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515100" y="3901678"/>
            <a:ext cx="4991100" cy="571500"/>
          </a:xfrm>
          <a:custGeom>
            <a:avLst/>
            <a:gdLst/>
            <a:ahLst/>
            <a:cxnLst/>
            <a:rect l="l" t="t" r="r" b="b"/>
            <a:pathLst>
              <a:path w="4991100" h="571500">
                <a:moveTo>
                  <a:pt x="114300" y="0"/>
                </a:moveTo>
                <a:lnTo>
                  <a:pt x="4876800" y="0"/>
                </a:lnTo>
                <a:cubicBezTo>
                  <a:pt x="4939884" y="0"/>
                  <a:pt x="4991100" y="51216"/>
                  <a:pt x="4991100" y="114300"/>
                </a:cubicBezTo>
                <a:lnTo>
                  <a:pt x="4991100" y="457200"/>
                </a:lnTo>
                <a:cubicBezTo>
                  <a:pt x="4991100" y="520284"/>
                  <a:pt x="4939884" y="571500"/>
                  <a:pt x="4876800" y="571500"/>
                </a:cubicBezTo>
                <a:lnTo>
                  <a:pt x="114300" y="571500"/>
                </a:lnTo>
                <a:cubicBezTo>
                  <a:pt x="51216" y="571500"/>
                  <a:pt x="0" y="520284"/>
                  <a:pt x="0" y="457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10363" y="407312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57150" y="50006"/>
                </a:moveTo>
                <a:cubicBezTo>
                  <a:pt x="68978" y="50006"/>
                  <a:pt x="78581" y="59609"/>
                  <a:pt x="78581" y="71438"/>
                </a:cubicBezTo>
                <a:cubicBezTo>
                  <a:pt x="78581" y="83266"/>
                  <a:pt x="68978" y="92869"/>
                  <a:pt x="57150" y="92869"/>
                </a:cubicBezTo>
                <a:cubicBezTo>
                  <a:pt x="45322" y="92869"/>
                  <a:pt x="35719" y="83266"/>
                  <a:pt x="35719" y="71438"/>
                </a:cubicBezTo>
                <a:cubicBezTo>
                  <a:pt x="35719" y="59609"/>
                  <a:pt x="45322" y="50006"/>
                  <a:pt x="57150" y="50006"/>
                </a:cubicBezTo>
                <a:close/>
                <a:moveTo>
                  <a:pt x="121444" y="100013"/>
                </a:moveTo>
                <a:cubicBezTo>
                  <a:pt x="125194" y="100013"/>
                  <a:pt x="128632" y="101977"/>
                  <a:pt x="130597" y="105147"/>
                </a:cubicBezTo>
                <a:lnTo>
                  <a:pt x="169887" y="169441"/>
                </a:lnTo>
                <a:cubicBezTo>
                  <a:pt x="171896" y="172745"/>
                  <a:pt x="171986" y="176897"/>
                  <a:pt x="170111" y="180290"/>
                </a:cubicBezTo>
                <a:cubicBezTo>
                  <a:pt x="168235" y="183684"/>
                  <a:pt x="164619" y="185738"/>
                  <a:pt x="160734" y="185738"/>
                </a:cubicBezTo>
                <a:lnTo>
                  <a:pt x="39291" y="185738"/>
                </a:lnTo>
                <a:cubicBezTo>
                  <a:pt x="35317" y="185738"/>
                  <a:pt x="31611" y="183505"/>
                  <a:pt x="29781" y="179978"/>
                </a:cubicBezTo>
                <a:cubicBezTo>
                  <a:pt x="27950" y="176451"/>
                  <a:pt x="28218" y="172164"/>
                  <a:pt x="30495" y="168905"/>
                </a:cubicBezTo>
                <a:lnTo>
                  <a:pt x="55498" y="133186"/>
                </a:lnTo>
                <a:cubicBezTo>
                  <a:pt x="57507" y="130329"/>
                  <a:pt x="60767" y="128632"/>
                  <a:pt x="64294" y="128632"/>
                </a:cubicBezTo>
                <a:cubicBezTo>
                  <a:pt x="67821" y="128632"/>
                  <a:pt x="71080" y="130329"/>
                  <a:pt x="73089" y="133186"/>
                </a:cubicBezTo>
                <a:lnTo>
                  <a:pt x="84877" y="150063"/>
                </a:lnTo>
                <a:lnTo>
                  <a:pt x="112291" y="105192"/>
                </a:lnTo>
                <a:cubicBezTo>
                  <a:pt x="114255" y="102022"/>
                  <a:pt x="117693" y="100057"/>
                  <a:pt x="121444" y="100057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05650" y="4054078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Scanned documents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515100" y="4625578"/>
            <a:ext cx="4991100" cy="571500"/>
          </a:xfrm>
          <a:custGeom>
            <a:avLst/>
            <a:gdLst/>
            <a:ahLst/>
            <a:cxnLst/>
            <a:rect l="l" t="t" r="r" b="b"/>
            <a:pathLst>
              <a:path w="4991100" h="571500">
                <a:moveTo>
                  <a:pt x="114300" y="0"/>
                </a:moveTo>
                <a:lnTo>
                  <a:pt x="4876800" y="0"/>
                </a:lnTo>
                <a:cubicBezTo>
                  <a:pt x="4939884" y="0"/>
                  <a:pt x="4991100" y="51216"/>
                  <a:pt x="4991100" y="114300"/>
                </a:cubicBezTo>
                <a:lnTo>
                  <a:pt x="4991100" y="457200"/>
                </a:lnTo>
                <a:cubicBezTo>
                  <a:pt x="4991100" y="520284"/>
                  <a:pt x="4939884" y="571500"/>
                  <a:pt x="4876800" y="571500"/>
                </a:cubicBezTo>
                <a:lnTo>
                  <a:pt x="114300" y="571500"/>
                </a:lnTo>
                <a:cubicBezTo>
                  <a:pt x="51216" y="571500"/>
                  <a:pt x="0" y="520284"/>
                  <a:pt x="0" y="457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724650" y="479702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85725" y="0"/>
                </a:moveTo>
                <a:cubicBezTo>
                  <a:pt x="62061" y="0"/>
                  <a:pt x="42863" y="19199"/>
                  <a:pt x="42863" y="42863"/>
                </a:cubicBezTo>
                <a:lnTo>
                  <a:pt x="42863" y="100013"/>
                </a:lnTo>
                <a:cubicBezTo>
                  <a:pt x="42863" y="123676"/>
                  <a:pt x="62061" y="142875"/>
                  <a:pt x="85725" y="142875"/>
                </a:cubicBezTo>
                <a:cubicBezTo>
                  <a:pt x="109389" y="142875"/>
                  <a:pt x="128588" y="123676"/>
                  <a:pt x="128588" y="100013"/>
                </a:cubicBezTo>
                <a:lnTo>
                  <a:pt x="128588" y="42863"/>
                </a:lnTo>
                <a:cubicBezTo>
                  <a:pt x="128588" y="19199"/>
                  <a:pt x="109389" y="0"/>
                  <a:pt x="85725" y="0"/>
                </a:cubicBezTo>
                <a:close/>
                <a:moveTo>
                  <a:pt x="21431" y="82153"/>
                </a:moveTo>
                <a:cubicBezTo>
                  <a:pt x="21431" y="76215"/>
                  <a:pt x="16654" y="71438"/>
                  <a:pt x="10716" y="71438"/>
                </a:cubicBezTo>
                <a:cubicBezTo>
                  <a:pt x="4777" y="71438"/>
                  <a:pt x="0" y="76215"/>
                  <a:pt x="0" y="82153"/>
                </a:cubicBezTo>
                <a:lnTo>
                  <a:pt x="0" y="100013"/>
                </a:lnTo>
                <a:cubicBezTo>
                  <a:pt x="0" y="143723"/>
                  <a:pt x="32727" y="179799"/>
                  <a:pt x="75009" y="185068"/>
                </a:cubicBezTo>
                <a:lnTo>
                  <a:pt x="75009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17872" y="228600"/>
                </a:lnTo>
                <a:cubicBezTo>
                  <a:pt x="123810" y="228600"/>
                  <a:pt x="128588" y="223823"/>
                  <a:pt x="128588" y="217884"/>
                </a:cubicBezTo>
                <a:cubicBezTo>
                  <a:pt x="128588" y="211946"/>
                  <a:pt x="123810" y="207169"/>
                  <a:pt x="117872" y="207169"/>
                </a:cubicBezTo>
                <a:lnTo>
                  <a:pt x="96441" y="207169"/>
                </a:lnTo>
                <a:lnTo>
                  <a:pt x="96441" y="185068"/>
                </a:lnTo>
                <a:cubicBezTo>
                  <a:pt x="138723" y="179799"/>
                  <a:pt x="171450" y="143723"/>
                  <a:pt x="171450" y="100013"/>
                </a:cubicBezTo>
                <a:lnTo>
                  <a:pt x="171450" y="82153"/>
                </a:lnTo>
                <a:cubicBezTo>
                  <a:pt x="171450" y="76215"/>
                  <a:pt x="166673" y="71438"/>
                  <a:pt x="160734" y="71438"/>
                </a:cubicBezTo>
                <a:cubicBezTo>
                  <a:pt x="154796" y="71438"/>
                  <a:pt x="150019" y="76215"/>
                  <a:pt x="150019" y="82153"/>
                </a:cubicBezTo>
                <a:lnTo>
                  <a:pt x="150019" y="100013"/>
                </a:lnTo>
                <a:cubicBezTo>
                  <a:pt x="150019" y="135508"/>
                  <a:pt x="121221" y="164306"/>
                  <a:pt x="85725" y="164306"/>
                </a:cubicBezTo>
                <a:cubicBezTo>
                  <a:pt x="50229" y="164306"/>
                  <a:pt x="21431" y="135508"/>
                  <a:pt x="21431" y="100013"/>
                </a:cubicBezTo>
                <a:lnTo>
                  <a:pt x="21431" y="82153"/>
                </a:ln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105650" y="4777978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recordings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15100" y="5349478"/>
            <a:ext cx="4991100" cy="571500"/>
          </a:xfrm>
          <a:custGeom>
            <a:avLst/>
            <a:gdLst/>
            <a:ahLst/>
            <a:cxnLst/>
            <a:rect l="l" t="t" r="r" b="b"/>
            <a:pathLst>
              <a:path w="4991100" h="571500">
                <a:moveTo>
                  <a:pt x="114300" y="0"/>
                </a:moveTo>
                <a:lnTo>
                  <a:pt x="4876800" y="0"/>
                </a:lnTo>
                <a:cubicBezTo>
                  <a:pt x="4939884" y="0"/>
                  <a:pt x="4991100" y="51216"/>
                  <a:pt x="4991100" y="114300"/>
                </a:cubicBezTo>
                <a:lnTo>
                  <a:pt x="4991100" y="457200"/>
                </a:lnTo>
                <a:cubicBezTo>
                  <a:pt x="4991100" y="520284"/>
                  <a:pt x="4939884" y="571500"/>
                  <a:pt x="4876800" y="571500"/>
                </a:cubicBezTo>
                <a:lnTo>
                  <a:pt x="114300" y="571500"/>
                </a:lnTo>
                <a:cubicBezTo>
                  <a:pt x="51216" y="571500"/>
                  <a:pt x="0" y="520284"/>
                  <a:pt x="0" y="457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681788" y="552092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05650" y="5501878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72238" y="6149578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All manually entered into DxCare forms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3228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7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Innovation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609600"/>
            <a:ext cx="333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Solution: HSante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19200"/>
            <a:ext cx="11430000" cy="2133600"/>
          </a:xfrm>
          <a:custGeom>
            <a:avLst/>
            <a:gdLst/>
            <a:ahLst/>
            <a:cxnLst/>
            <a:rect l="l" t="t" r="r" b="b"/>
            <a:pathLst>
              <a:path w="11430000" h="2133600">
                <a:moveTo>
                  <a:pt x="228594" y="0"/>
                </a:moveTo>
                <a:lnTo>
                  <a:pt x="11201406" y="0"/>
                </a:lnTo>
                <a:cubicBezTo>
                  <a:pt x="11327655" y="0"/>
                  <a:pt x="11430000" y="102345"/>
                  <a:pt x="11430000" y="228594"/>
                </a:cubicBezTo>
                <a:lnTo>
                  <a:pt x="11430000" y="1905006"/>
                </a:lnTo>
                <a:cubicBezTo>
                  <a:pt x="11430000" y="2031255"/>
                  <a:pt x="11327655" y="2133600"/>
                  <a:pt x="11201406" y="2133600"/>
                </a:cubicBezTo>
                <a:lnTo>
                  <a:pt x="228594" y="2133600"/>
                </a:lnTo>
                <a:cubicBezTo>
                  <a:pt x="102345" y="2133600"/>
                  <a:pt x="0" y="2031255"/>
                  <a:pt x="0" y="1905006"/>
                </a:cubicBezTo>
                <a:lnTo>
                  <a:pt x="0" y="228594"/>
                </a:lnTo>
                <a:cubicBezTo>
                  <a:pt x="0" y="102345"/>
                  <a:pt x="102345" y="0"/>
                  <a:pt x="228594" y="0"/>
                </a:cubicBezTo>
                <a:close/>
              </a:path>
            </a:pathLst>
          </a:custGeom>
          <a:gradFill flip="none" rotWithShape="1">
            <a:gsLst>
              <a:gs pos="0">
                <a:srgbClr val="1A535C"/>
              </a:gs>
              <a:gs pos="100000">
                <a:srgbClr val="4A7C82"/>
              </a:gs>
            </a:gsLst>
            <a:lin ang="2700000" scaled="1"/>
          </a:gra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600" y="1447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3906" y="16097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22405" y="6809"/>
                </a:moveTo>
                <a:lnTo>
                  <a:pt x="173180" y="56034"/>
                </a:lnTo>
                <a:lnTo>
                  <a:pt x="229716" y="112570"/>
                </a:lnTo>
                <a:lnTo>
                  <a:pt x="278941" y="63345"/>
                </a:lnTo>
                <a:cubicBezTo>
                  <a:pt x="283294" y="58936"/>
                  <a:pt x="285750" y="53020"/>
                  <a:pt x="285750" y="46881"/>
                </a:cubicBezTo>
                <a:cubicBezTo>
                  <a:pt x="285750" y="40742"/>
                  <a:pt x="283294" y="34826"/>
                  <a:pt x="278941" y="30417"/>
                </a:cubicBezTo>
                <a:lnTo>
                  <a:pt x="255333" y="6809"/>
                </a:lnTo>
                <a:cubicBezTo>
                  <a:pt x="250924" y="2456"/>
                  <a:pt x="245008" y="0"/>
                  <a:pt x="238869" y="0"/>
                </a:cubicBezTo>
                <a:cubicBezTo>
                  <a:pt x="232730" y="0"/>
                  <a:pt x="226814" y="2456"/>
                  <a:pt x="222405" y="6809"/>
                </a:cubicBezTo>
                <a:close/>
                <a:moveTo>
                  <a:pt x="154260" y="74954"/>
                </a:moveTo>
                <a:lnTo>
                  <a:pt x="6809" y="222405"/>
                </a:lnTo>
                <a:cubicBezTo>
                  <a:pt x="2456" y="226814"/>
                  <a:pt x="0" y="232730"/>
                  <a:pt x="0" y="238869"/>
                </a:cubicBezTo>
                <a:cubicBezTo>
                  <a:pt x="0" y="245008"/>
                  <a:pt x="2456" y="250924"/>
                  <a:pt x="6809" y="255333"/>
                </a:cubicBezTo>
                <a:lnTo>
                  <a:pt x="30417" y="278941"/>
                </a:lnTo>
                <a:cubicBezTo>
                  <a:pt x="34826" y="283294"/>
                  <a:pt x="40742" y="285750"/>
                  <a:pt x="46881" y="285750"/>
                </a:cubicBezTo>
                <a:cubicBezTo>
                  <a:pt x="53020" y="285750"/>
                  <a:pt x="58936" y="283294"/>
                  <a:pt x="63345" y="278941"/>
                </a:cubicBezTo>
                <a:lnTo>
                  <a:pt x="210796" y="131490"/>
                </a:lnTo>
                <a:lnTo>
                  <a:pt x="154260" y="74954"/>
                </a:ln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1447800"/>
            <a:ext cx="4248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 Any Input into Structured 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790700"/>
            <a:ext cx="421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extraction and automated form filling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209800"/>
            <a:ext cx="3552825" cy="914400"/>
          </a:xfrm>
          <a:custGeom>
            <a:avLst/>
            <a:gdLst/>
            <a:ahLst/>
            <a:cxnLst/>
            <a:rect l="l" t="t" r="r" b="b"/>
            <a:pathLst>
              <a:path w="3552825" h="914400">
                <a:moveTo>
                  <a:pt x="114300" y="0"/>
                </a:moveTo>
                <a:lnTo>
                  <a:pt x="3438525" y="0"/>
                </a:lnTo>
                <a:cubicBezTo>
                  <a:pt x="3501609" y="0"/>
                  <a:pt x="3552825" y="51216"/>
                  <a:pt x="3552825" y="114300"/>
                </a:cubicBezTo>
                <a:lnTo>
                  <a:pt x="3552825" y="800100"/>
                </a:lnTo>
                <a:cubicBezTo>
                  <a:pt x="3552825" y="863184"/>
                  <a:pt x="3501609" y="914400"/>
                  <a:pt x="3438525" y="914400"/>
                </a:cubicBezTo>
                <a:lnTo>
                  <a:pt x="114300" y="914400"/>
                </a:lnTo>
                <a:cubicBezTo>
                  <a:pt x="51216" y="914400"/>
                  <a:pt x="0" y="863184"/>
                  <a:pt x="0" y="8001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0563" y="2362200"/>
            <a:ext cx="3390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3900" y="27432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Modes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17950" y="2209800"/>
            <a:ext cx="3552825" cy="914400"/>
          </a:xfrm>
          <a:custGeom>
            <a:avLst/>
            <a:gdLst/>
            <a:ahLst/>
            <a:cxnLst/>
            <a:rect l="l" t="t" r="r" b="b"/>
            <a:pathLst>
              <a:path w="3552825" h="914400">
                <a:moveTo>
                  <a:pt x="114300" y="0"/>
                </a:moveTo>
                <a:lnTo>
                  <a:pt x="3438525" y="0"/>
                </a:lnTo>
                <a:cubicBezTo>
                  <a:pt x="3501609" y="0"/>
                  <a:pt x="3552825" y="51216"/>
                  <a:pt x="3552825" y="114300"/>
                </a:cubicBezTo>
                <a:lnTo>
                  <a:pt x="3552825" y="800100"/>
                </a:lnTo>
                <a:cubicBezTo>
                  <a:pt x="3552825" y="863184"/>
                  <a:pt x="3501609" y="914400"/>
                  <a:pt x="3438525" y="914400"/>
                </a:cubicBezTo>
                <a:lnTo>
                  <a:pt x="114300" y="914400"/>
                </a:lnTo>
                <a:cubicBezTo>
                  <a:pt x="51216" y="914400"/>
                  <a:pt x="0" y="863184"/>
                  <a:pt x="0" y="8001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98913" y="2362200"/>
            <a:ext cx="3390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&lt;5s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32250" y="27432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 Filling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26375" y="2209800"/>
            <a:ext cx="3552825" cy="914400"/>
          </a:xfrm>
          <a:custGeom>
            <a:avLst/>
            <a:gdLst/>
            <a:ahLst/>
            <a:cxnLst/>
            <a:rect l="l" t="t" r="r" b="b"/>
            <a:pathLst>
              <a:path w="3552825" h="914400">
                <a:moveTo>
                  <a:pt x="114300" y="0"/>
                </a:moveTo>
                <a:lnTo>
                  <a:pt x="3438525" y="0"/>
                </a:lnTo>
                <a:cubicBezTo>
                  <a:pt x="3501609" y="0"/>
                  <a:pt x="3552825" y="51216"/>
                  <a:pt x="3552825" y="114300"/>
                </a:cubicBezTo>
                <a:lnTo>
                  <a:pt x="3552825" y="800100"/>
                </a:lnTo>
                <a:cubicBezTo>
                  <a:pt x="3552825" y="863184"/>
                  <a:pt x="3501609" y="914400"/>
                  <a:pt x="3438525" y="914400"/>
                </a:cubicBezTo>
                <a:lnTo>
                  <a:pt x="114300" y="914400"/>
                </a:lnTo>
                <a:cubicBezTo>
                  <a:pt x="51216" y="914400"/>
                  <a:pt x="0" y="863184"/>
                  <a:pt x="0" y="8001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07338" y="2362200"/>
            <a:ext cx="3390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40675" y="27432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1000" y="3505200"/>
            <a:ext cx="5638800" cy="2971800"/>
          </a:xfrm>
          <a:custGeom>
            <a:avLst/>
            <a:gdLst/>
            <a:ahLst/>
            <a:cxnLst/>
            <a:rect l="l" t="t" r="r" b="b"/>
            <a:pathLst>
              <a:path w="5638800" h="2971800">
                <a:moveTo>
                  <a:pt x="152394" y="0"/>
                </a:moveTo>
                <a:lnTo>
                  <a:pt x="5486406" y="0"/>
                </a:lnTo>
                <a:cubicBezTo>
                  <a:pt x="5570571" y="0"/>
                  <a:pt x="5638800" y="68229"/>
                  <a:pt x="5638800" y="152394"/>
                </a:cubicBezTo>
                <a:lnTo>
                  <a:pt x="5638800" y="2819406"/>
                </a:lnTo>
                <a:cubicBezTo>
                  <a:pt x="5638800" y="2903571"/>
                  <a:pt x="5570571" y="2971800"/>
                  <a:pt x="5486406" y="2971800"/>
                </a:cubicBezTo>
                <a:lnTo>
                  <a:pt x="152394" y="2971800"/>
                </a:lnTo>
                <a:cubicBezTo>
                  <a:pt x="68229" y="2971800"/>
                  <a:pt x="0" y="2903571"/>
                  <a:pt x="0" y="2819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7219" y="37338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11906"/>
                </a:moveTo>
                <a:cubicBezTo>
                  <a:pt x="95250" y="5321"/>
                  <a:pt x="89929" y="0"/>
                  <a:pt x="83344" y="0"/>
                </a:cubicBezTo>
                <a:cubicBezTo>
                  <a:pt x="76758" y="0"/>
                  <a:pt x="71438" y="5321"/>
                  <a:pt x="71438" y="11906"/>
                </a:cubicBezTo>
                <a:lnTo>
                  <a:pt x="71438" y="90301"/>
                </a:lnTo>
                <a:lnTo>
                  <a:pt x="56034" y="74898"/>
                </a:lnTo>
                <a:cubicBezTo>
                  <a:pt x="51383" y="70247"/>
                  <a:pt x="43830" y="70247"/>
                  <a:pt x="39179" y="74898"/>
                </a:cubicBezTo>
                <a:cubicBezTo>
                  <a:pt x="34528" y="79549"/>
                  <a:pt x="34528" y="87102"/>
                  <a:pt x="39179" y="91753"/>
                </a:cubicBezTo>
                <a:lnTo>
                  <a:pt x="74898" y="127471"/>
                </a:lnTo>
                <a:cubicBezTo>
                  <a:pt x="79549" y="132122"/>
                  <a:pt x="87102" y="132122"/>
                  <a:pt x="91753" y="127471"/>
                </a:cubicBezTo>
                <a:lnTo>
                  <a:pt x="127471" y="91753"/>
                </a:lnTo>
                <a:cubicBezTo>
                  <a:pt x="132122" y="87102"/>
                  <a:pt x="132122" y="79549"/>
                  <a:pt x="127471" y="74898"/>
                </a:cubicBezTo>
                <a:cubicBezTo>
                  <a:pt x="122820" y="70247"/>
                  <a:pt x="115267" y="70247"/>
                  <a:pt x="110617" y="74898"/>
                </a:cubicBezTo>
                <a:lnTo>
                  <a:pt x="95250" y="90301"/>
                </a:lnTo>
                <a:lnTo>
                  <a:pt x="95250" y="11906"/>
                </a:lnTo>
                <a:close/>
                <a:moveTo>
                  <a:pt x="23812" y="119063"/>
                </a:moveTo>
                <a:cubicBezTo>
                  <a:pt x="10678" y="119063"/>
                  <a:pt x="0" y="129741"/>
                  <a:pt x="0" y="142875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42875"/>
                </a:lnTo>
                <a:cubicBezTo>
                  <a:pt x="166688" y="129741"/>
                  <a:pt x="156009" y="119063"/>
                  <a:pt x="142875" y="119063"/>
                </a:cubicBezTo>
                <a:lnTo>
                  <a:pt x="125425" y="119063"/>
                </a:lnTo>
                <a:lnTo>
                  <a:pt x="104366" y="140122"/>
                </a:lnTo>
                <a:cubicBezTo>
                  <a:pt x="92757" y="151730"/>
                  <a:pt x="73893" y="151730"/>
                  <a:pt x="62285" y="140122"/>
                </a:cubicBezTo>
                <a:lnTo>
                  <a:pt x="41263" y="119063"/>
                </a:lnTo>
                <a:lnTo>
                  <a:pt x="23812" y="119063"/>
                </a:lnTo>
                <a:close/>
                <a:moveTo>
                  <a:pt x="136922" y="139898"/>
                </a:moveTo>
                <a:cubicBezTo>
                  <a:pt x="141850" y="139898"/>
                  <a:pt x="145852" y="143900"/>
                  <a:pt x="145852" y="148828"/>
                </a:cubicBezTo>
                <a:cubicBezTo>
                  <a:pt x="145852" y="153757"/>
                  <a:pt x="141850" y="157758"/>
                  <a:pt x="136922" y="157758"/>
                </a:cubicBezTo>
                <a:cubicBezTo>
                  <a:pt x="131993" y="157758"/>
                  <a:pt x="127992" y="153757"/>
                  <a:pt x="127992" y="148828"/>
                </a:cubicBezTo>
                <a:cubicBezTo>
                  <a:pt x="127992" y="143900"/>
                  <a:pt x="131993" y="139898"/>
                  <a:pt x="136922" y="139898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9625" y="3695700"/>
            <a:ext cx="511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Accept Any Input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" y="4076700"/>
            <a:ext cx="1676400" cy="1047750"/>
          </a:xfrm>
          <a:custGeom>
            <a:avLst/>
            <a:gdLst/>
            <a:ahLst/>
            <a:cxnLst/>
            <a:rect l="l" t="t" r="r" b="b"/>
            <a:pathLst>
              <a:path w="1676400" h="1047750">
                <a:moveTo>
                  <a:pt x="114299" y="0"/>
                </a:moveTo>
                <a:lnTo>
                  <a:pt x="1562101" y="0"/>
                </a:lnTo>
                <a:cubicBezTo>
                  <a:pt x="1625227" y="0"/>
                  <a:pt x="1676400" y="51173"/>
                  <a:pt x="1676400" y="114299"/>
                </a:cubicBezTo>
                <a:lnTo>
                  <a:pt x="1676400" y="933451"/>
                </a:lnTo>
                <a:cubicBezTo>
                  <a:pt x="1676400" y="996577"/>
                  <a:pt x="1625227" y="1047750"/>
                  <a:pt x="156210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0088" y="43338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28600" y="200025"/>
                </a:lnTo>
                <a:cubicBezTo>
                  <a:pt x="244361" y="200025"/>
                  <a:pt x="257175" y="187211"/>
                  <a:pt x="257175" y="171450"/>
                </a:cubicBezTo>
                <a:lnTo>
                  <a:pt x="257175" y="57150"/>
                </a:lnTo>
                <a:cubicBezTo>
                  <a:pt x="257175" y="41389"/>
                  <a:pt x="244361" y="28575"/>
                  <a:pt x="228600" y="28575"/>
                </a:cubicBezTo>
                <a:lnTo>
                  <a:pt x="28575" y="28575"/>
                </a:lnTo>
                <a:close/>
                <a:moveTo>
                  <a:pt x="35719" y="57150"/>
                </a:moveTo>
                <a:lnTo>
                  <a:pt x="50006" y="57150"/>
                </a:lnTo>
                <a:cubicBezTo>
                  <a:pt x="53935" y="57150"/>
                  <a:pt x="57150" y="60365"/>
                  <a:pt x="57150" y="64294"/>
                </a:cubicBezTo>
                <a:lnTo>
                  <a:pt x="57150" y="78581"/>
                </a:lnTo>
                <a:cubicBezTo>
                  <a:pt x="57150" y="82510"/>
                  <a:pt x="53935" y="85725"/>
                  <a:pt x="50006" y="85725"/>
                </a:cubicBezTo>
                <a:lnTo>
                  <a:pt x="35719" y="85725"/>
                </a:lnTo>
                <a:cubicBezTo>
                  <a:pt x="31790" y="85725"/>
                  <a:pt x="28575" y="82510"/>
                  <a:pt x="28575" y="78581"/>
                </a:cubicBezTo>
                <a:lnTo>
                  <a:pt x="28575" y="64294"/>
                </a:lnTo>
                <a:cubicBezTo>
                  <a:pt x="28575" y="60365"/>
                  <a:pt x="31790" y="57150"/>
                  <a:pt x="35719" y="57150"/>
                </a:cubicBezTo>
                <a:close/>
                <a:moveTo>
                  <a:pt x="28575" y="107156"/>
                </a:moveTo>
                <a:cubicBezTo>
                  <a:pt x="28575" y="103227"/>
                  <a:pt x="31790" y="100013"/>
                  <a:pt x="35719" y="100013"/>
                </a:cubicBezTo>
                <a:lnTo>
                  <a:pt x="50006" y="100013"/>
                </a:lnTo>
                <a:cubicBezTo>
                  <a:pt x="53935" y="100013"/>
                  <a:pt x="57150" y="103227"/>
                  <a:pt x="57150" y="107156"/>
                </a:cubicBezTo>
                <a:lnTo>
                  <a:pt x="57150" y="121444"/>
                </a:lnTo>
                <a:cubicBezTo>
                  <a:pt x="57150" y="125373"/>
                  <a:pt x="53935" y="128588"/>
                  <a:pt x="50006" y="128588"/>
                </a:cubicBezTo>
                <a:lnTo>
                  <a:pt x="35719" y="128588"/>
                </a:lnTo>
                <a:cubicBezTo>
                  <a:pt x="31790" y="128588"/>
                  <a:pt x="28575" y="125373"/>
                  <a:pt x="28575" y="121444"/>
                </a:cubicBezTo>
                <a:lnTo>
                  <a:pt x="28575" y="107156"/>
                </a:lnTo>
                <a:close/>
                <a:moveTo>
                  <a:pt x="78581" y="57150"/>
                </a:moveTo>
                <a:lnTo>
                  <a:pt x="92869" y="57150"/>
                </a:lnTo>
                <a:cubicBezTo>
                  <a:pt x="96798" y="57150"/>
                  <a:pt x="100013" y="60365"/>
                  <a:pt x="100013" y="64294"/>
                </a:cubicBezTo>
                <a:lnTo>
                  <a:pt x="100013" y="78581"/>
                </a:lnTo>
                <a:cubicBezTo>
                  <a:pt x="100013" y="82510"/>
                  <a:pt x="96798" y="85725"/>
                  <a:pt x="92869" y="85725"/>
                </a:cubicBezTo>
                <a:lnTo>
                  <a:pt x="78581" y="85725"/>
                </a:lnTo>
                <a:cubicBezTo>
                  <a:pt x="74652" y="85725"/>
                  <a:pt x="71438" y="82510"/>
                  <a:pt x="71438" y="78581"/>
                </a:cubicBezTo>
                <a:lnTo>
                  <a:pt x="71438" y="64294"/>
                </a:lnTo>
                <a:cubicBezTo>
                  <a:pt x="71438" y="60365"/>
                  <a:pt x="74652" y="57150"/>
                  <a:pt x="78581" y="57150"/>
                </a:cubicBezTo>
                <a:close/>
                <a:moveTo>
                  <a:pt x="71438" y="107156"/>
                </a:moveTo>
                <a:cubicBezTo>
                  <a:pt x="71438" y="103227"/>
                  <a:pt x="74652" y="100013"/>
                  <a:pt x="78581" y="100013"/>
                </a:cubicBezTo>
                <a:lnTo>
                  <a:pt x="92869" y="100013"/>
                </a:lnTo>
                <a:cubicBezTo>
                  <a:pt x="96798" y="100013"/>
                  <a:pt x="100013" y="103227"/>
                  <a:pt x="100013" y="107156"/>
                </a:cubicBezTo>
                <a:lnTo>
                  <a:pt x="100013" y="121444"/>
                </a:lnTo>
                <a:cubicBezTo>
                  <a:pt x="100013" y="125373"/>
                  <a:pt x="96798" y="128588"/>
                  <a:pt x="92869" y="128588"/>
                </a:cubicBezTo>
                <a:lnTo>
                  <a:pt x="78581" y="128588"/>
                </a:lnTo>
                <a:cubicBezTo>
                  <a:pt x="74652" y="128588"/>
                  <a:pt x="71438" y="125373"/>
                  <a:pt x="71438" y="121444"/>
                </a:cubicBezTo>
                <a:lnTo>
                  <a:pt x="71438" y="107156"/>
                </a:lnTo>
                <a:close/>
                <a:moveTo>
                  <a:pt x="78581" y="142875"/>
                </a:moveTo>
                <a:lnTo>
                  <a:pt x="178594" y="142875"/>
                </a:lnTo>
                <a:cubicBezTo>
                  <a:pt x="182523" y="142875"/>
                  <a:pt x="185738" y="146090"/>
                  <a:pt x="185738" y="150019"/>
                </a:cubicBezTo>
                <a:lnTo>
                  <a:pt x="185738" y="164306"/>
                </a:lnTo>
                <a:cubicBezTo>
                  <a:pt x="185738" y="168235"/>
                  <a:pt x="182523" y="171450"/>
                  <a:pt x="178594" y="171450"/>
                </a:cubicBezTo>
                <a:lnTo>
                  <a:pt x="78581" y="171450"/>
                </a:lnTo>
                <a:cubicBezTo>
                  <a:pt x="74652" y="171450"/>
                  <a:pt x="71438" y="168235"/>
                  <a:pt x="71438" y="164306"/>
                </a:cubicBezTo>
                <a:lnTo>
                  <a:pt x="71438" y="150019"/>
                </a:lnTo>
                <a:cubicBezTo>
                  <a:pt x="71438" y="146090"/>
                  <a:pt x="74652" y="142875"/>
                  <a:pt x="78581" y="142875"/>
                </a:cubicBezTo>
                <a:close/>
                <a:moveTo>
                  <a:pt x="114300" y="64294"/>
                </a:moveTo>
                <a:cubicBezTo>
                  <a:pt x="114300" y="60365"/>
                  <a:pt x="117515" y="57150"/>
                  <a:pt x="121444" y="57150"/>
                </a:cubicBezTo>
                <a:lnTo>
                  <a:pt x="135731" y="57150"/>
                </a:lnTo>
                <a:cubicBezTo>
                  <a:pt x="139660" y="57150"/>
                  <a:pt x="142875" y="60365"/>
                  <a:pt x="142875" y="64294"/>
                </a:cubicBezTo>
                <a:lnTo>
                  <a:pt x="142875" y="78581"/>
                </a:lnTo>
                <a:cubicBezTo>
                  <a:pt x="142875" y="82510"/>
                  <a:pt x="139660" y="85725"/>
                  <a:pt x="135731" y="85725"/>
                </a:cubicBezTo>
                <a:lnTo>
                  <a:pt x="121444" y="85725"/>
                </a:lnTo>
                <a:cubicBezTo>
                  <a:pt x="117515" y="85725"/>
                  <a:pt x="114300" y="82510"/>
                  <a:pt x="114300" y="78581"/>
                </a:cubicBezTo>
                <a:lnTo>
                  <a:pt x="114300" y="64294"/>
                </a:lnTo>
                <a:close/>
                <a:moveTo>
                  <a:pt x="121444" y="100013"/>
                </a:moveTo>
                <a:lnTo>
                  <a:pt x="135731" y="100013"/>
                </a:lnTo>
                <a:cubicBezTo>
                  <a:pt x="13966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39660" y="128588"/>
                  <a:pt x="135731" y="128588"/>
                </a:cubicBezTo>
                <a:lnTo>
                  <a:pt x="121444" y="128588"/>
                </a:lnTo>
                <a:cubicBezTo>
                  <a:pt x="11751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7515" y="100013"/>
                  <a:pt x="121444" y="100013"/>
                </a:cubicBezTo>
                <a:close/>
                <a:moveTo>
                  <a:pt x="157163" y="64294"/>
                </a:moveTo>
                <a:cubicBezTo>
                  <a:pt x="157163" y="60365"/>
                  <a:pt x="160377" y="57150"/>
                  <a:pt x="164306" y="57150"/>
                </a:cubicBezTo>
                <a:lnTo>
                  <a:pt x="178594" y="57150"/>
                </a:lnTo>
                <a:cubicBezTo>
                  <a:pt x="182523" y="57150"/>
                  <a:pt x="185738" y="60365"/>
                  <a:pt x="185738" y="64294"/>
                </a:cubicBezTo>
                <a:lnTo>
                  <a:pt x="185738" y="78581"/>
                </a:lnTo>
                <a:cubicBezTo>
                  <a:pt x="185738" y="82510"/>
                  <a:pt x="182523" y="85725"/>
                  <a:pt x="178594" y="85725"/>
                </a:cubicBezTo>
                <a:lnTo>
                  <a:pt x="164306" y="85725"/>
                </a:lnTo>
                <a:cubicBezTo>
                  <a:pt x="160377" y="85725"/>
                  <a:pt x="157163" y="82510"/>
                  <a:pt x="157163" y="78581"/>
                </a:cubicBezTo>
                <a:lnTo>
                  <a:pt x="157163" y="64294"/>
                </a:lnTo>
                <a:close/>
                <a:moveTo>
                  <a:pt x="164306" y="100013"/>
                </a:moveTo>
                <a:lnTo>
                  <a:pt x="178594" y="100013"/>
                </a:lnTo>
                <a:cubicBezTo>
                  <a:pt x="182523" y="100013"/>
                  <a:pt x="185738" y="103227"/>
                  <a:pt x="185738" y="107156"/>
                </a:cubicBezTo>
                <a:lnTo>
                  <a:pt x="185738" y="121444"/>
                </a:lnTo>
                <a:cubicBezTo>
                  <a:pt x="185738" y="125373"/>
                  <a:pt x="182523" y="128588"/>
                  <a:pt x="178594" y="128588"/>
                </a:cubicBezTo>
                <a:lnTo>
                  <a:pt x="164306" y="128588"/>
                </a:lnTo>
                <a:cubicBezTo>
                  <a:pt x="160377" y="128588"/>
                  <a:pt x="157163" y="125373"/>
                  <a:pt x="157163" y="121444"/>
                </a:cubicBezTo>
                <a:lnTo>
                  <a:pt x="157163" y="107156"/>
                </a:lnTo>
                <a:cubicBezTo>
                  <a:pt x="157163" y="103227"/>
                  <a:pt x="160377" y="100013"/>
                  <a:pt x="164306" y="100013"/>
                </a:cubicBezTo>
                <a:close/>
                <a:moveTo>
                  <a:pt x="200025" y="64294"/>
                </a:moveTo>
                <a:cubicBezTo>
                  <a:pt x="200025" y="60365"/>
                  <a:pt x="203240" y="57150"/>
                  <a:pt x="207169" y="57150"/>
                </a:cubicBezTo>
                <a:lnTo>
                  <a:pt x="221456" y="57150"/>
                </a:lnTo>
                <a:cubicBezTo>
                  <a:pt x="225385" y="57150"/>
                  <a:pt x="228600" y="60365"/>
                  <a:pt x="228600" y="64294"/>
                </a:cubicBezTo>
                <a:lnTo>
                  <a:pt x="228600" y="78581"/>
                </a:lnTo>
                <a:cubicBezTo>
                  <a:pt x="228600" y="82510"/>
                  <a:pt x="225385" y="85725"/>
                  <a:pt x="221456" y="85725"/>
                </a:cubicBezTo>
                <a:lnTo>
                  <a:pt x="207169" y="85725"/>
                </a:lnTo>
                <a:cubicBezTo>
                  <a:pt x="203240" y="85725"/>
                  <a:pt x="200025" y="82510"/>
                  <a:pt x="200025" y="78581"/>
                </a:cubicBezTo>
                <a:lnTo>
                  <a:pt x="200025" y="64294"/>
                </a:lnTo>
                <a:close/>
                <a:moveTo>
                  <a:pt x="207169" y="100013"/>
                </a:moveTo>
                <a:lnTo>
                  <a:pt x="221456" y="100013"/>
                </a:lnTo>
                <a:cubicBezTo>
                  <a:pt x="225385" y="100013"/>
                  <a:pt x="228600" y="103227"/>
                  <a:pt x="228600" y="107156"/>
                </a:cubicBezTo>
                <a:lnTo>
                  <a:pt x="228600" y="121444"/>
                </a:lnTo>
                <a:cubicBezTo>
                  <a:pt x="228600" y="125373"/>
                  <a:pt x="225385" y="128588"/>
                  <a:pt x="221456" y="128588"/>
                </a:cubicBezTo>
                <a:lnTo>
                  <a:pt x="207169" y="128588"/>
                </a:lnTo>
                <a:cubicBezTo>
                  <a:pt x="203240" y="128588"/>
                  <a:pt x="200025" y="125373"/>
                  <a:pt x="200025" y="121444"/>
                </a:cubicBezTo>
                <a:lnTo>
                  <a:pt x="200025" y="107156"/>
                </a:lnTo>
                <a:cubicBezTo>
                  <a:pt x="200025" y="103227"/>
                  <a:pt x="203240" y="100013"/>
                  <a:pt x="207169" y="100013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7700" y="463867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362200" y="4076700"/>
            <a:ext cx="1676400" cy="1047750"/>
          </a:xfrm>
          <a:custGeom>
            <a:avLst/>
            <a:gdLst/>
            <a:ahLst/>
            <a:cxnLst/>
            <a:rect l="l" t="t" r="r" b="b"/>
            <a:pathLst>
              <a:path w="1676400" h="1047750">
                <a:moveTo>
                  <a:pt x="114299" y="0"/>
                </a:moveTo>
                <a:lnTo>
                  <a:pt x="1562101" y="0"/>
                </a:lnTo>
                <a:cubicBezTo>
                  <a:pt x="1625227" y="0"/>
                  <a:pt x="1676400" y="51173"/>
                  <a:pt x="1676400" y="114299"/>
                </a:cubicBezTo>
                <a:lnTo>
                  <a:pt x="1676400" y="933451"/>
                </a:lnTo>
                <a:cubicBezTo>
                  <a:pt x="1676400" y="996577"/>
                  <a:pt x="1625227" y="1047750"/>
                  <a:pt x="156210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05075" y="43338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6571" y="28932"/>
                </a:moveTo>
                <a:lnTo>
                  <a:pt x="61927" y="42863"/>
                </a:lnTo>
                <a:lnTo>
                  <a:pt x="28575" y="42863"/>
                </a:lnTo>
                <a:cubicBezTo>
                  <a:pt x="12814" y="42863"/>
                  <a:pt x="0" y="55677"/>
                  <a:pt x="0" y="71438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00025" y="214313"/>
                </a:lnTo>
                <a:cubicBezTo>
                  <a:pt x="215786" y="214313"/>
                  <a:pt x="228600" y="201498"/>
                  <a:pt x="228600" y="185738"/>
                </a:cubicBezTo>
                <a:lnTo>
                  <a:pt x="228600" y="71438"/>
                </a:lnTo>
                <a:cubicBezTo>
                  <a:pt x="228600" y="55677"/>
                  <a:pt x="215786" y="42863"/>
                  <a:pt x="200025" y="42863"/>
                </a:cubicBezTo>
                <a:lnTo>
                  <a:pt x="166673" y="42863"/>
                </a:lnTo>
                <a:lnTo>
                  <a:pt x="162029" y="28932"/>
                </a:lnTo>
                <a:cubicBezTo>
                  <a:pt x="159127" y="20181"/>
                  <a:pt x="150956" y="14288"/>
                  <a:pt x="141714" y="14288"/>
                </a:cubicBezTo>
                <a:lnTo>
                  <a:pt x="86886" y="14288"/>
                </a:lnTo>
                <a:cubicBezTo>
                  <a:pt x="77644" y="14288"/>
                  <a:pt x="69473" y="20181"/>
                  <a:pt x="66571" y="28932"/>
                </a:cubicBezTo>
                <a:close/>
                <a:moveTo>
                  <a:pt x="114300" y="85725"/>
                </a:moveTo>
                <a:cubicBezTo>
                  <a:pt x="137956" y="85725"/>
                  <a:pt x="157163" y="104931"/>
                  <a:pt x="157163" y="128588"/>
                </a:cubicBezTo>
                <a:cubicBezTo>
                  <a:pt x="157163" y="152244"/>
                  <a:pt x="137956" y="171450"/>
                  <a:pt x="114300" y="171450"/>
                </a:cubicBezTo>
                <a:cubicBezTo>
                  <a:pt x="90644" y="171450"/>
                  <a:pt x="71438" y="152244"/>
                  <a:pt x="71438" y="128588"/>
                </a:cubicBezTo>
                <a:cubicBezTo>
                  <a:pt x="71438" y="104931"/>
                  <a:pt x="90644" y="85725"/>
                  <a:pt x="114300" y="85725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438400" y="463867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Photos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152900" y="4076700"/>
            <a:ext cx="1676400" cy="1047750"/>
          </a:xfrm>
          <a:custGeom>
            <a:avLst/>
            <a:gdLst/>
            <a:ahLst/>
            <a:cxnLst/>
            <a:rect l="l" t="t" r="r" b="b"/>
            <a:pathLst>
              <a:path w="1676400" h="1047750">
                <a:moveTo>
                  <a:pt x="114299" y="0"/>
                </a:moveTo>
                <a:lnTo>
                  <a:pt x="1562101" y="0"/>
                </a:lnTo>
                <a:cubicBezTo>
                  <a:pt x="1625227" y="0"/>
                  <a:pt x="1676400" y="51173"/>
                  <a:pt x="1676400" y="114299"/>
                </a:cubicBezTo>
                <a:lnTo>
                  <a:pt x="1676400" y="933451"/>
                </a:lnTo>
                <a:cubicBezTo>
                  <a:pt x="1676400" y="996577"/>
                  <a:pt x="1625227" y="1047750"/>
                  <a:pt x="156210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281488" y="43338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0"/>
                </a:moveTo>
                <a:cubicBezTo>
                  <a:pt x="27102" y="0"/>
                  <a:pt x="14288" y="12814"/>
                  <a:pt x="14288" y="28575"/>
                </a:cubicBezTo>
                <a:lnTo>
                  <a:pt x="14288" y="200025"/>
                </a:lnTo>
                <a:cubicBezTo>
                  <a:pt x="14288" y="215786"/>
                  <a:pt x="27102" y="228600"/>
                  <a:pt x="42863" y="228600"/>
                </a:cubicBezTo>
                <a:lnTo>
                  <a:pt x="78581" y="228600"/>
                </a:lnTo>
                <a:lnTo>
                  <a:pt x="78581" y="178594"/>
                </a:lnTo>
                <a:cubicBezTo>
                  <a:pt x="78581" y="162833"/>
                  <a:pt x="91395" y="150019"/>
                  <a:pt x="107156" y="150019"/>
                </a:cubicBezTo>
                <a:lnTo>
                  <a:pt x="185738" y="150019"/>
                </a:lnTo>
                <a:lnTo>
                  <a:pt x="185738" y="76126"/>
                </a:lnTo>
                <a:cubicBezTo>
                  <a:pt x="185738" y="68535"/>
                  <a:pt x="182746" y="61258"/>
                  <a:pt x="177388" y="55900"/>
                </a:cubicBezTo>
                <a:lnTo>
                  <a:pt x="129793" y="8349"/>
                </a:lnTo>
                <a:cubicBezTo>
                  <a:pt x="124435" y="2991"/>
                  <a:pt x="117202" y="0"/>
                  <a:pt x="109612" y="0"/>
                </a:cubicBezTo>
                <a:lnTo>
                  <a:pt x="42863" y="0"/>
                </a:lnTo>
                <a:close/>
                <a:moveTo>
                  <a:pt x="159618" y="78581"/>
                </a:moveTo>
                <a:lnTo>
                  <a:pt x="117872" y="78581"/>
                </a:lnTo>
                <a:cubicBezTo>
                  <a:pt x="111934" y="78581"/>
                  <a:pt x="107156" y="73804"/>
                  <a:pt x="107156" y="67866"/>
                </a:cubicBezTo>
                <a:lnTo>
                  <a:pt x="107156" y="26119"/>
                </a:lnTo>
                <a:lnTo>
                  <a:pt x="159618" y="78581"/>
                </a:lnTo>
                <a:close/>
                <a:moveTo>
                  <a:pt x="107156" y="169664"/>
                </a:moveTo>
                <a:cubicBezTo>
                  <a:pt x="102245" y="169664"/>
                  <a:pt x="98227" y="173682"/>
                  <a:pt x="98227" y="178594"/>
                </a:cubicBezTo>
                <a:lnTo>
                  <a:pt x="98227" y="235744"/>
                </a:lnTo>
                <a:cubicBezTo>
                  <a:pt x="98227" y="240655"/>
                  <a:pt x="102245" y="244673"/>
                  <a:pt x="107156" y="244673"/>
                </a:cubicBezTo>
                <a:cubicBezTo>
                  <a:pt x="112068" y="244673"/>
                  <a:pt x="116086" y="240655"/>
                  <a:pt x="116086" y="235744"/>
                </a:cubicBezTo>
                <a:lnTo>
                  <a:pt x="116086" y="223242"/>
                </a:lnTo>
                <a:lnTo>
                  <a:pt x="121444" y="223242"/>
                </a:lnTo>
                <a:cubicBezTo>
                  <a:pt x="136222" y="223242"/>
                  <a:pt x="148233" y="211232"/>
                  <a:pt x="148233" y="196453"/>
                </a:cubicBezTo>
                <a:cubicBezTo>
                  <a:pt x="148233" y="181674"/>
                  <a:pt x="136222" y="169664"/>
                  <a:pt x="121444" y="169664"/>
                </a:cubicBezTo>
                <a:lnTo>
                  <a:pt x="107156" y="169664"/>
                </a:lnTo>
                <a:close/>
                <a:moveTo>
                  <a:pt x="121444" y="205383"/>
                </a:moveTo>
                <a:lnTo>
                  <a:pt x="116086" y="205383"/>
                </a:lnTo>
                <a:lnTo>
                  <a:pt x="116086" y="187523"/>
                </a:lnTo>
                <a:lnTo>
                  <a:pt x="121444" y="187523"/>
                </a:lnTo>
                <a:cubicBezTo>
                  <a:pt x="126355" y="187523"/>
                  <a:pt x="130373" y="191542"/>
                  <a:pt x="130373" y="196453"/>
                </a:cubicBezTo>
                <a:cubicBezTo>
                  <a:pt x="130373" y="201364"/>
                  <a:pt x="126355" y="205383"/>
                  <a:pt x="121444" y="205383"/>
                </a:cubicBezTo>
                <a:close/>
                <a:moveTo>
                  <a:pt x="164306" y="169664"/>
                </a:moveTo>
                <a:cubicBezTo>
                  <a:pt x="159395" y="169664"/>
                  <a:pt x="155377" y="173682"/>
                  <a:pt x="155377" y="178594"/>
                </a:cubicBezTo>
                <a:lnTo>
                  <a:pt x="155377" y="235744"/>
                </a:lnTo>
                <a:cubicBezTo>
                  <a:pt x="155377" y="240655"/>
                  <a:pt x="159395" y="244673"/>
                  <a:pt x="164306" y="244673"/>
                </a:cubicBezTo>
                <a:lnTo>
                  <a:pt x="178594" y="244673"/>
                </a:lnTo>
                <a:cubicBezTo>
                  <a:pt x="191408" y="244673"/>
                  <a:pt x="201811" y="234270"/>
                  <a:pt x="201811" y="221456"/>
                </a:cubicBezTo>
                <a:lnTo>
                  <a:pt x="201811" y="192881"/>
                </a:lnTo>
                <a:cubicBezTo>
                  <a:pt x="201811" y="180067"/>
                  <a:pt x="191408" y="169664"/>
                  <a:pt x="178594" y="169664"/>
                </a:cubicBezTo>
                <a:lnTo>
                  <a:pt x="164306" y="169664"/>
                </a:lnTo>
                <a:close/>
                <a:moveTo>
                  <a:pt x="173236" y="226814"/>
                </a:moveTo>
                <a:lnTo>
                  <a:pt x="173236" y="187523"/>
                </a:lnTo>
                <a:lnTo>
                  <a:pt x="178594" y="187523"/>
                </a:lnTo>
                <a:cubicBezTo>
                  <a:pt x="181541" y="187523"/>
                  <a:pt x="183952" y="189934"/>
                  <a:pt x="183952" y="192881"/>
                </a:cubicBezTo>
                <a:lnTo>
                  <a:pt x="183952" y="221456"/>
                </a:lnTo>
                <a:cubicBezTo>
                  <a:pt x="183952" y="224403"/>
                  <a:pt x="181541" y="226814"/>
                  <a:pt x="178594" y="226814"/>
                </a:cubicBezTo>
                <a:lnTo>
                  <a:pt x="173236" y="226814"/>
                </a:lnTo>
                <a:close/>
                <a:moveTo>
                  <a:pt x="212527" y="178594"/>
                </a:moveTo>
                <a:lnTo>
                  <a:pt x="212527" y="235744"/>
                </a:lnTo>
                <a:cubicBezTo>
                  <a:pt x="212527" y="240655"/>
                  <a:pt x="216545" y="244673"/>
                  <a:pt x="221456" y="244673"/>
                </a:cubicBezTo>
                <a:cubicBezTo>
                  <a:pt x="226368" y="244673"/>
                  <a:pt x="230386" y="240655"/>
                  <a:pt x="230386" y="235744"/>
                </a:cubicBezTo>
                <a:lnTo>
                  <a:pt x="230386" y="216098"/>
                </a:lnTo>
                <a:lnTo>
                  <a:pt x="242888" y="216098"/>
                </a:lnTo>
                <a:cubicBezTo>
                  <a:pt x="247799" y="216098"/>
                  <a:pt x="251817" y="212080"/>
                  <a:pt x="251817" y="207169"/>
                </a:cubicBezTo>
                <a:cubicBezTo>
                  <a:pt x="251817" y="202257"/>
                  <a:pt x="247799" y="198239"/>
                  <a:pt x="242888" y="198239"/>
                </a:cubicBezTo>
                <a:lnTo>
                  <a:pt x="230386" y="198239"/>
                </a:lnTo>
                <a:lnTo>
                  <a:pt x="230386" y="187523"/>
                </a:lnTo>
                <a:lnTo>
                  <a:pt x="242888" y="187523"/>
                </a:lnTo>
                <a:cubicBezTo>
                  <a:pt x="247799" y="187523"/>
                  <a:pt x="251817" y="183505"/>
                  <a:pt x="251817" y="178594"/>
                </a:cubicBezTo>
                <a:cubicBezTo>
                  <a:pt x="251817" y="173682"/>
                  <a:pt x="247799" y="169664"/>
                  <a:pt x="242888" y="169664"/>
                </a:cubicBezTo>
                <a:lnTo>
                  <a:pt x="221456" y="169664"/>
                </a:lnTo>
                <a:cubicBezTo>
                  <a:pt x="216545" y="169664"/>
                  <a:pt x="212527" y="173682"/>
                  <a:pt x="212527" y="178594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229100" y="463867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1500" y="5238750"/>
            <a:ext cx="1676400" cy="1047750"/>
          </a:xfrm>
          <a:custGeom>
            <a:avLst/>
            <a:gdLst/>
            <a:ahLst/>
            <a:cxnLst/>
            <a:rect l="l" t="t" r="r" b="b"/>
            <a:pathLst>
              <a:path w="1676400" h="1047750">
                <a:moveTo>
                  <a:pt x="114299" y="0"/>
                </a:moveTo>
                <a:lnTo>
                  <a:pt x="1562101" y="0"/>
                </a:lnTo>
                <a:cubicBezTo>
                  <a:pt x="1625227" y="0"/>
                  <a:pt x="1676400" y="51173"/>
                  <a:pt x="1676400" y="114299"/>
                </a:cubicBezTo>
                <a:lnTo>
                  <a:pt x="1676400" y="933451"/>
                </a:lnTo>
                <a:cubicBezTo>
                  <a:pt x="1676400" y="996577"/>
                  <a:pt x="1625227" y="1047750"/>
                  <a:pt x="156210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28663" y="54959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14300" y="71438"/>
                </a:moveTo>
                <a:lnTo>
                  <a:pt x="114300" y="114300"/>
                </a:lnTo>
                <a:lnTo>
                  <a:pt x="171450" y="114300"/>
                </a:lnTo>
                <a:lnTo>
                  <a:pt x="171450" y="71438"/>
                </a:lnTo>
                <a:lnTo>
                  <a:pt x="114300" y="71438"/>
                </a:lnTo>
                <a:close/>
                <a:moveTo>
                  <a:pt x="85725" y="71438"/>
                </a:moveTo>
                <a:lnTo>
                  <a:pt x="28575" y="71438"/>
                </a:lnTo>
                <a:lnTo>
                  <a:pt x="28575" y="114300"/>
                </a:lnTo>
                <a:lnTo>
                  <a:pt x="85725" y="114300"/>
                </a:lnTo>
                <a:lnTo>
                  <a:pt x="85725" y="71438"/>
                </a:lnTo>
                <a:close/>
                <a:moveTo>
                  <a:pt x="0" y="142875"/>
                </a:move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171450" y="14288"/>
                </a:lnTo>
                <a:cubicBezTo>
                  <a:pt x="187211" y="14288"/>
                  <a:pt x="200025" y="27102"/>
                  <a:pt x="200025" y="42863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142875"/>
                </a:lnTo>
                <a:close/>
                <a:moveTo>
                  <a:pt x="171450" y="142875"/>
                </a:moveTo>
                <a:lnTo>
                  <a:pt x="114300" y="142875"/>
                </a:lnTo>
                <a:lnTo>
                  <a:pt x="114300" y="185738"/>
                </a:lnTo>
                <a:lnTo>
                  <a:pt x="171450" y="185738"/>
                </a:lnTo>
                <a:lnTo>
                  <a:pt x="171450" y="142875"/>
                </a:lnTo>
                <a:close/>
                <a:moveTo>
                  <a:pt x="85725" y="185738"/>
                </a:moveTo>
                <a:lnTo>
                  <a:pt x="85725" y="142875"/>
                </a:lnTo>
                <a:lnTo>
                  <a:pt x="28575" y="142875"/>
                </a:lnTo>
                <a:lnTo>
                  <a:pt x="28575" y="185738"/>
                </a:lnTo>
                <a:lnTo>
                  <a:pt x="85725" y="185738"/>
                </a:ln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7700" y="580072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Spreadsheets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362200" y="5238750"/>
            <a:ext cx="1676400" cy="1047750"/>
          </a:xfrm>
          <a:custGeom>
            <a:avLst/>
            <a:gdLst/>
            <a:ahLst/>
            <a:cxnLst/>
            <a:rect l="l" t="t" r="r" b="b"/>
            <a:pathLst>
              <a:path w="1676400" h="1047750">
                <a:moveTo>
                  <a:pt x="114299" y="0"/>
                </a:moveTo>
                <a:lnTo>
                  <a:pt x="1562101" y="0"/>
                </a:lnTo>
                <a:cubicBezTo>
                  <a:pt x="1625227" y="0"/>
                  <a:pt x="1676400" y="51173"/>
                  <a:pt x="1676400" y="114299"/>
                </a:cubicBezTo>
                <a:lnTo>
                  <a:pt x="1676400" y="933451"/>
                </a:lnTo>
                <a:cubicBezTo>
                  <a:pt x="1676400" y="996577"/>
                  <a:pt x="1625227" y="1047750"/>
                  <a:pt x="156210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33650" y="54959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42863" y="42863"/>
                </a:moveTo>
                <a:cubicBezTo>
                  <a:pt x="42863" y="19199"/>
                  <a:pt x="62061" y="0"/>
                  <a:pt x="85725" y="0"/>
                </a:cubicBezTo>
                <a:cubicBezTo>
                  <a:pt x="108183" y="0"/>
                  <a:pt x="126623" y="17279"/>
                  <a:pt x="128454" y="39291"/>
                </a:cubicBezTo>
                <a:lnTo>
                  <a:pt x="103584" y="39291"/>
                </a:lnTo>
                <a:cubicBezTo>
                  <a:pt x="97646" y="39291"/>
                  <a:pt x="92869" y="44068"/>
                  <a:pt x="92869" y="50006"/>
                </a:cubicBezTo>
                <a:cubicBezTo>
                  <a:pt x="92869" y="55944"/>
                  <a:pt x="97646" y="60722"/>
                  <a:pt x="103584" y="60722"/>
                </a:cubicBezTo>
                <a:lnTo>
                  <a:pt x="128588" y="60722"/>
                </a:lnTo>
                <a:lnTo>
                  <a:pt x="128588" y="82153"/>
                </a:lnTo>
                <a:lnTo>
                  <a:pt x="103584" y="82153"/>
                </a:lnTo>
                <a:cubicBezTo>
                  <a:pt x="97646" y="82153"/>
                  <a:pt x="92869" y="86931"/>
                  <a:pt x="92869" y="92869"/>
                </a:cubicBezTo>
                <a:cubicBezTo>
                  <a:pt x="92869" y="98807"/>
                  <a:pt x="97646" y="103584"/>
                  <a:pt x="103584" y="103584"/>
                </a:cubicBezTo>
                <a:lnTo>
                  <a:pt x="128454" y="103584"/>
                </a:lnTo>
                <a:cubicBezTo>
                  <a:pt x="126623" y="125596"/>
                  <a:pt x="108228" y="142875"/>
                  <a:pt x="85725" y="142875"/>
                </a:cubicBezTo>
                <a:cubicBezTo>
                  <a:pt x="62061" y="142875"/>
                  <a:pt x="42863" y="123676"/>
                  <a:pt x="42863" y="100013"/>
                </a:cubicBezTo>
                <a:lnTo>
                  <a:pt x="42863" y="42863"/>
                </a:lnTo>
                <a:close/>
                <a:moveTo>
                  <a:pt x="10716" y="71438"/>
                </a:moveTo>
                <a:cubicBezTo>
                  <a:pt x="16654" y="71438"/>
                  <a:pt x="21431" y="76215"/>
                  <a:pt x="21431" y="82153"/>
                </a:cubicBezTo>
                <a:lnTo>
                  <a:pt x="21431" y="100013"/>
                </a:lnTo>
                <a:cubicBezTo>
                  <a:pt x="21431" y="135508"/>
                  <a:pt x="50229" y="164306"/>
                  <a:pt x="85725" y="164306"/>
                </a:cubicBezTo>
                <a:cubicBezTo>
                  <a:pt x="121221" y="164306"/>
                  <a:pt x="150019" y="135508"/>
                  <a:pt x="150019" y="100013"/>
                </a:cubicBezTo>
                <a:lnTo>
                  <a:pt x="150019" y="82153"/>
                </a:lnTo>
                <a:cubicBezTo>
                  <a:pt x="150019" y="76215"/>
                  <a:pt x="154796" y="71438"/>
                  <a:pt x="160734" y="71438"/>
                </a:cubicBezTo>
                <a:cubicBezTo>
                  <a:pt x="166673" y="71438"/>
                  <a:pt x="171450" y="76215"/>
                  <a:pt x="171450" y="82153"/>
                </a:cubicBezTo>
                <a:lnTo>
                  <a:pt x="171450" y="100013"/>
                </a:lnTo>
                <a:cubicBezTo>
                  <a:pt x="171450" y="143723"/>
                  <a:pt x="138723" y="179799"/>
                  <a:pt x="96441" y="185068"/>
                </a:cubicBezTo>
                <a:lnTo>
                  <a:pt x="96441" y="207169"/>
                </a:lnTo>
                <a:lnTo>
                  <a:pt x="117872" y="207169"/>
                </a:lnTo>
                <a:cubicBezTo>
                  <a:pt x="123810" y="207169"/>
                  <a:pt x="128588" y="211946"/>
                  <a:pt x="128588" y="217884"/>
                </a:cubicBezTo>
                <a:cubicBezTo>
                  <a:pt x="128588" y="223823"/>
                  <a:pt x="123810" y="228600"/>
                  <a:pt x="117872" y="228600"/>
                </a:cubicBezTo>
                <a:lnTo>
                  <a:pt x="53578" y="228600"/>
                </a:lnTo>
                <a:cubicBezTo>
                  <a:pt x="47640" y="228600"/>
                  <a:pt x="42863" y="223823"/>
                  <a:pt x="42863" y="217884"/>
                </a:cubicBezTo>
                <a:cubicBezTo>
                  <a:pt x="42863" y="211946"/>
                  <a:pt x="47640" y="207169"/>
                  <a:pt x="53578" y="207169"/>
                </a:cubicBezTo>
                <a:lnTo>
                  <a:pt x="75009" y="207169"/>
                </a:lnTo>
                <a:lnTo>
                  <a:pt x="75009" y="185068"/>
                </a:lnTo>
                <a:cubicBezTo>
                  <a:pt x="32727" y="179799"/>
                  <a:pt x="0" y="143723"/>
                  <a:pt x="0" y="100013"/>
                </a:cubicBezTo>
                <a:lnTo>
                  <a:pt x="0" y="82153"/>
                </a:lnTo>
                <a:cubicBezTo>
                  <a:pt x="0" y="76215"/>
                  <a:pt x="4777" y="71438"/>
                  <a:pt x="10716" y="71438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438400" y="580072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152900" y="5238750"/>
            <a:ext cx="1676400" cy="1047750"/>
          </a:xfrm>
          <a:custGeom>
            <a:avLst/>
            <a:gdLst/>
            <a:ahLst/>
            <a:cxnLst/>
            <a:rect l="l" t="t" r="r" b="b"/>
            <a:pathLst>
              <a:path w="1676400" h="1047750">
                <a:moveTo>
                  <a:pt x="114299" y="0"/>
                </a:moveTo>
                <a:lnTo>
                  <a:pt x="1562101" y="0"/>
                </a:lnTo>
                <a:cubicBezTo>
                  <a:pt x="1625227" y="0"/>
                  <a:pt x="1676400" y="51173"/>
                  <a:pt x="1676400" y="114299"/>
                </a:cubicBezTo>
                <a:lnTo>
                  <a:pt x="1676400" y="933451"/>
                </a:lnTo>
                <a:cubicBezTo>
                  <a:pt x="1676400" y="996577"/>
                  <a:pt x="1625227" y="1047750"/>
                  <a:pt x="1562101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281488" y="54959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229100" y="580072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72200" y="3505200"/>
            <a:ext cx="5638800" cy="2971800"/>
          </a:xfrm>
          <a:custGeom>
            <a:avLst/>
            <a:gdLst/>
            <a:ahLst/>
            <a:cxnLst/>
            <a:rect l="l" t="t" r="r" b="b"/>
            <a:pathLst>
              <a:path w="5638800" h="2971800">
                <a:moveTo>
                  <a:pt x="152394" y="0"/>
                </a:moveTo>
                <a:lnTo>
                  <a:pt x="5486406" y="0"/>
                </a:lnTo>
                <a:cubicBezTo>
                  <a:pt x="5570571" y="0"/>
                  <a:pt x="5638800" y="68229"/>
                  <a:pt x="5638800" y="152394"/>
                </a:cubicBezTo>
                <a:lnTo>
                  <a:pt x="5638800" y="2819406"/>
                </a:lnTo>
                <a:cubicBezTo>
                  <a:pt x="5638800" y="2903571"/>
                  <a:pt x="5570571" y="2971800"/>
                  <a:pt x="5486406" y="2971800"/>
                </a:cubicBezTo>
                <a:lnTo>
                  <a:pt x="152394" y="2971800"/>
                </a:lnTo>
                <a:cubicBezTo>
                  <a:pt x="68229" y="2971800"/>
                  <a:pt x="0" y="2903571"/>
                  <a:pt x="0" y="2819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362700" y="37338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00825" y="3695700"/>
            <a:ext cx="511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62700" y="42544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19838" y="425447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58000" y="4197325"/>
            <a:ext cx="2038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58000" y="4464025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parse unstructured data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62700" y="499102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319838" y="4991026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58000" y="4933876"/>
            <a:ext cx="1819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58000" y="5200576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 to DxCare form fields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62700" y="572757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319838" y="5727576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58000" y="5670426"/>
            <a:ext cx="2266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58000" y="5937126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Fill forms via desktop automation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7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Flexibility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60960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 Input Modes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0668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Seamlessly capture patient information from any source, any format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504950"/>
            <a:ext cx="2190750" cy="4191000"/>
          </a:xfrm>
          <a:custGeom>
            <a:avLst/>
            <a:gdLst/>
            <a:ahLst/>
            <a:cxnLst/>
            <a:rect l="l" t="t" r="r" b="b"/>
            <a:pathLst>
              <a:path w="2190750" h="41910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4038590"/>
                </a:lnTo>
                <a:cubicBezTo>
                  <a:pt x="2190750" y="4122764"/>
                  <a:pt x="2122514" y="4191000"/>
                  <a:pt x="2038340" y="4191000"/>
                </a:cubicBezTo>
                <a:lnTo>
                  <a:pt x="152410" y="4191000"/>
                </a:lnTo>
                <a:cubicBezTo>
                  <a:pt x="68236" y="4191000"/>
                  <a:pt x="0" y="4122764"/>
                  <a:pt x="0" y="403859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1000" y="1504950"/>
            <a:ext cx="2190750" cy="38100"/>
          </a:xfrm>
          <a:custGeom>
            <a:avLst/>
            <a:gdLst/>
            <a:ahLst/>
            <a:cxnLst/>
            <a:rect l="l" t="t" r="r" b="b"/>
            <a:pathLst>
              <a:path w="2190750" h="381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11535" y="1676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49648" y="1828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0538" y="2286000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3400" y="2667000"/>
            <a:ext cx="1962150" cy="2533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AI-guided conversation with patient/doctor modes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3400" y="5314950"/>
            <a:ext cx="333375" cy="228600"/>
          </a:xfrm>
          <a:custGeom>
            <a:avLst/>
            <a:gdLst/>
            <a:ahLst/>
            <a:cxnLst/>
            <a:rect l="l" t="t" r="r" b="b"/>
            <a:pathLst>
              <a:path w="333375" h="228600">
                <a:moveTo>
                  <a:pt x="114300" y="0"/>
                </a:moveTo>
                <a:lnTo>
                  <a:pt x="219075" y="0"/>
                </a:lnTo>
                <a:cubicBezTo>
                  <a:pt x="282159" y="0"/>
                  <a:pt x="333375" y="51216"/>
                  <a:pt x="333375" y="114300"/>
                </a:cubicBezTo>
                <a:lnTo>
                  <a:pt x="333375" y="114300"/>
                </a:lnTo>
                <a:cubicBezTo>
                  <a:pt x="333375" y="177384"/>
                  <a:pt x="282159" y="228600"/>
                  <a:pt x="21907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3400" y="5314950"/>
            <a:ext cx="3905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08745" y="5314950"/>
            <a:ext cx="428625" cy="228600"/>
          </a:xfrm>
          <a:custGeom>
            <a:avLst/>
            <a:gdLst/>
            <a:ahLst/>
            <a:cxnLst/>
            <a:rect l="l" t="t" r="r" b="b"/>
            <a:pathLst>
              <a:path w="428625" h="228600">
                <a:moveTo>
                  <a:pt x="114300" y="0"/>
                </a:moveTo>
                <a:lnTo>
                  <a:pt x="314325" y="0"/>
                </a:lnTo>
                <a:cubicBezTo>
                  <a:pt x="377409" y="0"/>
                  <a:pt x="428625" y="51216"/>
                  <a:pt x="428625" y="114300"/>
                </a:cubicBezTo>
                <a:lnTo>
                  <a:pt x="428625" y="114300"/>
                </a:lnTo>
                <a:cubicBezTo>
                  <a:pt x="428625" y="177384"/>
                  <a:pt x="377409" y="228600"/>
                  <a:pt x="31432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8745" y="5314950"/>
            <a:ext cx="4857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689845" y="1504950"/>
            <a:ext cx="2190750" cy="4191000"/>
          </a:xfrm>
          <a:custGeom>
            <a:avLst/>
            <a:gdLst/>
            <a:ahLst/>
            <a:cxnLst/>
            <a:rect l="l" t="t" r="r" b="b"/>
            <a:pathLst>
              <a:path w="2190750" h="41910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4038590"/>
                </a:lnTo>
                <a:cubicBezTo>
                  <a:pt x="2190750" y="4122764"/>
                  <a:pt x="2122514" y="4191000"/>
                  <a:pt x="2038340" y="4191000"/>
                </a:cubicBezTo>
                <a:lnTo>
                  <a:pt x="152410" y="4191000"/>
                </a:lnTo>
                <a:cubicBezTo>
                  <a:pt x="68236" y="4191000"/>
                  <a:pt x="0" y="4122764"/>
                  <a:pt x="0" y="403859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689845" y="1504950"/>
            <a:ext cx="2190750" cy="38100"/>
          </a:xfrm>
          <a:custGeom>
            <a:avLst/>
            <a:gdLst/>
            <a:ahLst/>
            <a:cxnLst/>
            <a:rect l="l" t="t" r="r" b="b"/>
            <a:pathLst>
              <a:path w="2190750" h="381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520380" y="1676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4A7C8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8493" y="1828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28600" y="200025"/>
                </a:lnTo>
                <a:cubicBezTo>
                  <a:pt x="244361" y="200025"/>
                  <a:pt x="257175" y="187211"/>
                  <a:pt x="257175" y="171450"/>
                </a:cubicBezTo>
                <a:lnTo>
                  <a:pt x="257175" y="57150"/>
                </a:lnTo>
                <a:cubicBezTo>
                  <a:pt x="257175" y="41389"/>
                  <a:pt x="244361" y="28575"/>
                  <a:pt x="228600" y="28575"/>
                </a:cubicBezTo>
                <a:lnTo>
                  <a:pt x="28575" y="28575"/>
                </a:lnTo>
                <a:close/>
                <a:moveTo>
                  <a:pt x="35719" y="57150"/>
                </a:moveTo>
                <a:lnTo>
                  <a:pt x="50006" y="57150"/>
                </a:lnTo>
                <a:cubicBezTo>
                  <a:pt x="53935" y="57150"/>
                  <a:pt x="57150" y="60365"/>
                  <a:pt x="57150" y="64294"/>
                </a:cubicBezTo>
                <a:lnTo>
                  <a:pt x="57150" y="78581"/>
                </a:lnTo>
                <a:cubicBezTo>
                  <a:pt x="57150" y="82510"/>
                  <a:pt x="53935" y="85725"/>
                  <a:pt x="50006" y="85725"/>
                </a:cubicBezTo>
                <a:lnTo>
                  <a:pt x="35719" y="85725"/>
                </a:lnTo>
                <a:cubicBezTo>
                  <a:pt x="31790" y="85725"/>
                  <a:pt x="28575" y="82510"/>
                  <a:pt x="28575" y="78581"/>
                </a:cubicBezTo>
                <a:lnTo>
                  <a:pt x="28575" y="64294"/>
                </a:lnTo>
                <a:cubicBezTo>
                  <a:pt x="28575" y="60365"/>
                  <a:pt x="31790" y="57150"/>
                  <a:pt x="35719" y="57150"/>
                </a:cubicBezTo>
                <a:close/>
                <a:moveTo>
                  <a:pt x="28575" y="107156"/>
                </a:moveTo>
                <a:cubicBezTo>
                  <a:pt x="28575" y="103227"/>
                  <a:pt x="31790" y="100013"/>
                  <a:pt x="35719" y="100013"/>
                </a:cubicBezTo>
                <a:lnTo>
                  <a:pt x="50006" y="100013"/>
                </a:lnTo>
                <a:cubicBezTo>
                  <a:pt x="53935" y="100013"/>
                  <a:pt x="57150" y="103227"/>
                  <a:pt x="57150" y="107156"/>
                </a:cubicBezTo>
                <a:lnTo>
                  <a:pt x="57150" y="121444"/>
                </a:lnTo>
                <a:cubicBezTo>
                  <a:pt x="57150" y="125373"/>
                  <a:pt x="53935" y="128588"/>
                  <a:pt x="50006" y="128588"/>
                </a:cubicBezTo>
                <a:lnTo>
                  <a:pt x="35719" y="128588"/>
                </a:lnTo>
                <a:cubicBezTo>
                  <a:pt x="31790" y="128588"/>
                  <a:pt x="28575" y="125373"/>
                  <a:pt x="28575" y="121444"/>
                </a:cubicBezTo>
                <a:lnTo>
                  <a:pt x="28575" y="107156"/>
                </a:lnTo>
                <a:close/>
                <a:moveTo>
                  <a:pt x="78581" y="57150"/>
                </a:moveTo>
                <a:lnTo>
                  <a:pt x="92869" y="57150"/>
                </a:lnTo>
                <a:cubicBezTo>
                  <a:pt x="96798" y="57150"/>
                  <a:pt x="100013" y="60365"/>
                  <a:pt x="100013" y="64294"/>
                </a:cubicBezTo>
                <a:lnTo>
                  <a:pt x="100013" y="78581"/>
                </a:lnTo>
                <a:cubicBezTo>
                  <a:pt x="100013" y="82510"/>
                  <a:pt x="96798" y="85725"/>
                  <a:pt x="92869" y="85725"/>
                </a:cubicBezTo>
                <a:lnTo>
                  <a:pt x="78581" y="85725"/>
                </a:lnTo>
                <a:cubicBezTo>
                  <a:pt x="74652" y="85725"/>
                  <a:pt x="71438" y="82510"/>
                  <a:pt x="71438" y="78581"/>
                </a:cubicBezTo>
                <a:lnTo>
                  <a:pt x="71438" y="64294"/>
                </a:lnTo>
                <a:cubicBezTo>
                  <a:pt x="71438" y="60365"/>
                  <a:pt x="74652" y="57150"/>
                  <a:pt x="78581" y="57150"/>
                </a:cubicBezTo>
                <a:close/>
                <a:moveTo>
                  <a:pt x="71438" y="107156"/>
                </a:moveTo>
                <a:cubicBezTo>
                  <a:pt x="71438" y="103227"/>
                  <a:pt x="74652" y="100013"/>
                  <a:pt x="78581" y="100013"/>
                </a:cubicBezTo>
                <a:lnTo>
                  <a:pt x="92869" y="100013"/>
                </a:lnTo>
                <a:cubicBezTo>
                  <a:pt x="96798" y="100013"/>
                  <a:pt x="100013" y="103227"/>
                  <a:pt x="100013" y="107156"/>
                </a:cubicBezTo>
                <a:lnTo>
                  <a:pt x="100013" y="121444"/>
                </a:lnTo>
                <a:cubicBezTo>
                  <a:pt x="100013" y="125373"/>
                  <a:pt x="96798" y="128588"/>
                  <a:pt x="92869" y="128588"/>
                </a:cubicBezTo>
                <a:lnTo>
                  <a:pt x="78581" y="128588"/>
                </a:lnTo>
                <a:cubicBezTo>
                  <a:pt x="74652" y="128588"/>
                  <a:pt x="71438" y="125373"/>
                  <a:pt x="71438" y="121444"/>
                </a:cubicBezTo>
                <a:lnTo>
                  <a:pt x="71438" y="107156"/>
                </a:lnTo>
                <a:close/>
                <a:moveTo>
                  <a:pt x="78581" y="142875"/>
                </a:moveTo>
                <a:lnTo>
                  <a:pt x="178594" y="142875"/>
                </a:lnTo>
                <a:cubicBezTo>
                  <a:pt x="182523" y="142875"/>
                  <a:pt x="185738" y="146090"/>
                  <a:pt x="185738" y="150019"/>
                </a:cubicBezTo>
                <a:lnTo>
                  <a:pt x="185738" y="164306"/>
                </a:lnTo>
                <a:cubicBezTo>
                  <a:pt x="185738" y="168235"/>
                  <a:pt x="182523" y="171450"/>
                  <a:pt x="178594" y="171450"/>
                </a:cubicBezTo>
                <a:lnTo>
                  <a:pt x="78581" y="171450"/>
                </a:lnTo>
                <a:cubicBezTo>
                  <a:pt x="74652" y="171450"/>
                  <a:pt x="71438" y="168235"/>
                  <a:pt x="71438" y="164306"/>
                </a:cubicBezTo>
                <a:lnTo>
                  <a:pt x="71438" y="150019"/>
                </a:lnTo>
                <a:cubicBezTo>
                  <a:pt x="71438" y="146090"/>
                  <a:pt x="74652" y="142875"/>
                  <a:pt x="78581" y="142875"/>
                </a:cubicBezTo>
                <a:close/>
                <a:moveTo>
                  <a:pt x="114300" y="64294"/>
                </a:moveTo>
                <a:cubicBezTo>
                  <a:pt x="114300" y="60365"/>
                  <a:pt x="117515" y="57150"/>
                  <a:pt x="121444" y="57150"/>
                </a:cubicBezTo>
                <a:lnTo>
                  <a:pt x="135731" y="57150"/>
                </a:lnTo>
                <a:cubicBezTo>
                  <a:pt x="139660" y="57150"/>
                  <a:pt x="142875" y="60365"/>
                  <a:pt x="142875" y="64294"/>
                </a:cubicBezTo>
                <a:lnTo>
                  <a:pt x="142875" y="78581"/>
                </a:lnTo>
                <a:cubicBezTo>
                  <a:pt x="142875" y="82510"/>
                  <a:pt x="139660" y="85725"/>
                  <a:pt x="135731" y="85725"/>
                </a:cubicBezTo>
                <a:lnTo>
                  <a:pt x="121444" y="85725"/>
                </a:lnTo>
                <a:cubicBezTo>
                  <a:pt x="117515" y="85725"/>
                  <a:pt x="114300" y="82510"/>
                  <a:pt x="114300" y="78581"/>
                </a:cubicBezTo>
                <a:lnTo>
                  <a:pt x="114300" y="64294"/>
                </a:lnTo>
                <a:close/>
                <a:moveTo>
                  <a:pt x="121444" y="100013"/>
                </a:moveTo>
                <a:lnTo>
                  <a:pt x="135731" y="100013"/>
                </a:lnTo>
                <a:cubicBezTo>
                  <a:pt x="13966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39660" y="128588"/>
                  <a:pt x="135731" y="128588"/>
                </a:cubicBezTo>
                <a:lnTo>
                  <a:pt x="121444" y="128588"/>
                </a:lnTo>
                <a:cubicBezTo>
                  <a:pt x="11751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7515" y="100013"/>
                  <a:pt x="121444" y="100013"/>
                </a:cubicBezTo>
                <a:close/>
                <a:moveTo>
                  <a:pt x="157163" y="64294"/>
                </a:moveTo>
                <a:cubicBezTo>
                  <a:pt x="157163" y="60365"/>
                  <a:pt x="160377" y="57150"/>
                  <a:pt x="164306" y="57150"/>
                </a:cubicBezTo>
                <a:lnTo>
                  <a:pt x="178594" y="57150"/>
                </a:lnTo>
                <a:cubicBezTo>
                  <a:pt x="182523" y="57150"/>
                  <a:pt x="185738" y="60365"/>
                  <a:pt x="185738" y="64294"/>
                </a:cubicBezTo>
                <a:lnTo>
                  <a:pt x="185738" y="78581"/>
                </a:lnTo>
                <a:cubicBezTo>
                  <a:pt x="185738" y="82510"/>
                  <a:pt x="182523" y="85725"/>
                  <a:pt x="178594" y="85725"/>
                </a:cubicBezTo>
                <a:lnTo>
                  <a:pt x="164306" y="85725"/>
                </a:lnTo>
                <a:cubicBezTo>
                  <a:pt x="160377" y="85725"/>
                  <a:pt x="157163" y="82510"/>
                  <a:pt x="157163" y="78581"/>
                </a:cubicBezTo>
                <a:lnTo>
                  <a:pt x="157163" y="64294"/>
                </a:lnTo>
                <a:close/>
                <a:moveTo>
                  <a:pt x="164306" y="100013"/>
                </a:moveTo>
                <a:lnTo>
                  <a:pt x="178594" y="100013"/>
                </a:lnTo>
                <a:cubicBezTo>
                  <a:pt x="182523" y="100013"/>
                  <a:pt x="185738" y="103227"/>
                  <a:pt x="185738" y="107156"/>
                </a:cubicBezTo>
                <a:lnTo>
                  <a:pt x="185738" y="121444"/>
                </a:lnTo>
                <a:cubicBezTo>
                  <a:pt x="185738" y="125373"/>
                  <a:pt x="182523" y="128588"/>
                  <a:pt x="178594" y="128588"/>
                </a:cubicBezTo>
                <a:lnTo>
                  <a:pt x="164306" y="128588"/>
                </a:lnTo>
                <a:cubicBezTo>
                  <a:pt x="160377" y="128588"/>
                  <a:pt x="157163" y="125373"/>
                  <a:pt x="157163" y="121444"/>
                </a:cubicBezTo>
                <a:lnTo>
                  <a:pt x="157163" y="107156"/>
                </a:lnTo>
                <a:cubicBezTo>
                  <a:pt x="157163" y="103227"/>
                  <a:pt x="160377" y="100013"/>
                  <a:pt x="164306" y="100013"/>
                </a:cubicBezTo>
                <a:close/>
                <a:moveTo>
                  <a:pt x="200025" y="64294"/>
                </a:moveTo>
                <a:cubicBezTo>
                  <a:pt x="200025" y="60365"/>
                  <a:pt x="203240" y="57150"/>
                  <a:pt x="207169" y="57150"/>
                </a:cubicBezTo>
                <a:lnTo>
                  <a:pt x="221456" y="57150"/>
                </a:lnTo>
                <a:cubicBezTo>
                  <a:pt x="225385" y="57150"/>
                  <a:pt x="228600" y="60365"/>
                  <a:pt x="228600" y="64294"/>
                </a:cubicBezTo>
                <a:lnTo>
                  <a:pt x="228600" y="78581"/>
                </a:lnTo>
                <a:cubicBezTo>
                  <a:pt x="228600" y="82510"/>
                  <a:pt x="225385" y="85725"/>
                  <a:pt x="221456" y="85725"/>
                </a:cubicBezTo>
                <a:lnTo>
                  <a:pt x="207169" y="85725"/>
                </a:lnTo>
                <a:cubicBezTo>
                  <a:pt x="203240" y="85725"/>
                  <a:pt x="200025" y="82510"/>
                  <a:pt x="200025" y="78581"/>
                </a:cubicBezTo>
                <a:lnTo>
                  <a:pt x="200025" y="64294"/>
                </a:lnTo>
                <a:close/>
                <a:moveTo>
                  <a:pt x="207169" y="100013"/>
                </a:moveTo>
                <a:lnTo>
                  <a:pt x="221456" y="100013"/>
                </a:lnTo>
                <a:cubicBezTo>
                  <a:pt x="225385" y="100013"/>
                  <a:pt x="228600" y="103227"/>
                  <a:pt x="228600" y="107156"/>
                </a:cubicBezTo>
                <a:lnTo>
                  <a:pt x="228600" y="121444"/>
                </a:lnTo>
                <a:cubicBezTo>
                  <a:pt x="228600" y="125373"/>
                  <a:pt x="225385" y="128588"/>
                  <a:pt x="221456" y="128588"/>
                </a:cubicBezTo>
                <a:lnTo>
                  <a:pt x="207169" y="128588"/>
                </a:lnTo>
                <a:cubicBezTo>
                  <a:pt x="203240" y="128588"/>
                  <a:pt x="200025" y="125373"/>
                  <a:pt x="200025" y="121444"/>
                </a:cubicBezTo>
                <a:lnTo>
                  <a:pt x="200025" y="107156"/>
                </a:lnTo>
                <a:cubicBezTo>
                  <a:pt x="200025" y="103227"/>
                  <a:pt x="203240" y="100013"/>
                  <a:pt x="207169" y="100013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99383" y="2286000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842245" y="2667000"/>
            <a:ext cx="1962150" cy="2533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Paste clinical notes, referral letters, freeform text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842245" y="5314950"/>
            <a:ext cx="628650" cy="228600"/>
          </a:xfrm>
          <a:custGeom>
            <a:avLst/>
            <a:gdLst/>
            <a:ahLst/>
            <a:cxnLst/>
            <a:rect l="l" t="t" r="r" b="b"/>
            <a:pathLst>
              <a:path w="628650" h="228600">
                <a:moveTo>
                  <a:pt x="114300" y="0"/>
                </a:moveTo>
                <a:lnTo>
                  <a:pt x="514350" y="0"/>
                </a:lnTo>
                <a:cubicBezTo>
                  <a:pt x="577434" y="0"/>
                  <a:pt x="628650" y="51216"/>
                  <a:pt x="628650" y="114300"/>
                </a:cubicBezTo>
                <a:lnTo>
                  <a:pt x="628650" y="114300"/>
                </a:lnTo>
                <a:cubicBezTo>
                  <a:pt x="628650" y="177384"/>
                  <a:pt x="577434" y="228600"/>
                  <a:pt x="51435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7C8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42245" y="5314950"/>
            <a:ext cx="6858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7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One-shot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98690" y="1504950"/>
            <a:ext cx="2190750" cy="4191000"/>
          </a:xfrm>
          <a:custGeom>
            <a:avLst/>
            <a:gdLst/>
            <a:ahLst/>
            <a:cxnLst/>
            <a:rect l="l" t="t" r="r" b="b"/>
            <a:pathLst>
              <a:path w="2190750" h="41910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4038590"/>
                </a:lnTo>
                <a:cubicBezTo>
                  <a:pt x="2190750" y="4122764"/>
                  <a:pt x="2122514" y="4191000"/>
                  <a:pt x="2038340" y="4191000"/>
                </a:cubicBezTo>
                <a:lnTo>
                  <a:pt x="152410" y="4191000"/>
                </a:lnTo>
                <a:cubicBezTo>
                  <a:pt x="68236" y="4191000"/>
                  <a:pt x="0" y="4122764"/>
                  <a:pt x="0" y="403859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998690" y="1504950"/>
            <a:ext cx="2190750" cy="38100"/>
          </a:xfrm>
          <a:custGeom>
            <a:avLst/>
            <a:gdLst/>
            <a:ahLst/>
            <a:cxnLst/>
            <a:rect l="l" t="t" r="r" b="b"/>
            <a:pathLst>
              <a:path w="2190750" h="381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829226" y="1676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81626" y="1828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6571" y="28932"/>
                </a:moveTo>
                <a:lnTo>
                  <a:pt x="61927" y="42863"/>
                </a:lnTo>
                <a:lnTo>
                  <a:pt x="28575" y="42863"/>
                </a:lnTo>
                <a:cubicBezTo>
                  <a:pt x="12814" y="42863"/>
                  <a:pt x="0" y="55677"/>
                  <a:pt x="0" y="71438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00025" y="214313"/>
                </a:lnTo>
                <a:cubicBezTo>
                  <a:pt x="215786" y="214313"/>
                  <a:pt x="228600" y="201498"/>
                  <a:pt x="228600" y="185738"/>
                </a:cubicBezTo>
                <a:lnTo>
                  <a:pt x="228600" y="71438"/>
                </a:lnTo>
                <a:cubicBezTo>
                  <a:pt x="228600" y="55677"/>
                  <a:pt x="215786" y="42863"/>
                  <a:pt x="200025" y="42863"/>
                </a:cubicBezTo>
                <a:lnTo>
                  <a:pt x="166673" y="42863"/>
                </a:lnTo>
                <a:lnTo>
                  <a:pt x="162029" y="28932"/>
                </a:lnTo>
                <a:cubicBezTo>
                  <a:pt x="159127" y="20181"/>
                  <a:pt x="150956" y="14288"/>
                  <a:pt x="141714" y="14288"/>
                </a:cubicBezTo>
                <a:lnTo>
                  <a:pt x="86886" y="14288"/>
                </a:lnTo>
                <a:cubicBezTo>
                  <a:pt x="77644" y="14288"/>
                  <a:pt x="69473" y="20181"/>
                  <a:pt x="66571" y="28932"/>
                </a:cubicBezTo>
                <a:close/>
                <a:moveTo>
                  <a:pt x="114300" y="85725"/>
                </a:moveTo>
                <a:cubicBezTo>
                  <a:pt x="137956" y="85725"/>
                  <a:pt x="157163" y="104931"/>
                  <a:pt x="157163" y="128588"/>
                </a:cubicBezTo>
                <a:cubicBezTo>
                  <a:pt x="157163" y="152244"/>
                  <a:pt x="137956" y="171450"/>
                  <a:pt x="114300" y="171450"/>
                </a:cubicBezTo>
                <a:cubicBezTo>
                  <a:pt x="90644" y="171450"/>
                  <a:pt x="71438" y="152244"/>
                  <a:pt x="71438" y="128588"/>
                </a:cubicBezTo>
                <a:cubicBezTo>
                  <a:pt x="71438" y="104931"/>
                  <a:pt x="90644" y="85725"/>
                  <a:pt x="114300" y="85725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08228" y="2286000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Camera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51090" y="2667000"/>
            <a:ext cx="1962150" cy="2533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Snap prescriptions, lab reports, handwritten notes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151090" y="5314950"/>
            <a:ext cx="590550" cy="228600"/>
          </a:xfrm>
          <a:custGeom>
            <a:avLst/>
            <a:gdLst/>
            <a:ahLst/>
            <a:cxnLst/>
            <a:rect l="l" t="t" r="r" b="b"/>
            <a:pathLst>
              <a:path w="590550" h="228600">
                <a:moveTo>
                  <a:pt x="114300" y="0"/>
                </a:moveTo>
                <a:lnTo>
                  <a:pt x="476250" y="0"/>
                </a:lnTo>
                <a:cubicBezTo>
                  <a:pt x="539334" y="0"/>
                  <a:pt x="590550" y="51216"/>
                  <a:pt x="590550" y="114300"/>
                </a:cubicBezTo>
                <a:lnTo>
                  <a:pt x="590550" y="114300"/>
                </a:lnTo>
                <a:cubicBezTo>
                  <a:pt x="590550" y="177384"/>
                  <a:pt x="539334" y="228600"/>
                  <a:pt x="47625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51090" y="5314950"/>
            <a:ext cx="6477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Vision AI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07535" y="1504950"/>
            <a:ext cx="2190750" cy="4191000"/>
          </a:xfrm>
          <a:custGeom>
            <a:avLst/>
            <a:gdLst/>
            <a:ahLst/>
            <a:cxnLst/>
            <a:rect l="l" t="t" r="r" b="b"/>
            <a:pathLst>
              <a:path w="2190750" h="41910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4038590"/>
                </a:lnTo>
                <a:cubicBezTo>
                  <a:pt x="2190750" y="4122764"/>
                  <a:pt x="2122514" y="4191000"/>
                  <a:pt x="2038340" y="4191000"/>
                </a:cubicBezTo>
                <a:lnTo>
                  <a:pt x="152410" y="4191000"/>
                </a:lnTo>
                <a:cubicBezTo>
                  <a:pt x="68236" y="4191000"/>
                  <a:pt x="0" y="4122764"/>
                  <a:pt x="0" y="403859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307535" y="1504950"/>
            <a:ext cx="2190750" cy="38100"/>
          </a:xfrm>
          <a:custGeom>
            <a:avLst/>
            <a:gdLst/>
            <a:ahLst/>
            <a:cxnLst/>
            <a:rect l="l" t="t" r="r" b="b"/>
            <a:pathLst>
              <a:path w="2190750" h="381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138071" y="1676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276183" y="1828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64294" y="214313"/>
                </a:moveTo>
                <a:cubicBezTo>
                  <a:pt x="28798" y="214313"/>
                  <a:pt x="0" y="185514"/>
                  <a:pt x="0" y="150019"/>
                </a:cubicBezTo>
                <a:cubicBezTo>
                  <a:pt x="0" y="121712"/>
                  <a:pt x="18306" y="97691"/>
                  <a:pt x="43711" y="89074"/>
                </a:cubicBezTo>
                <a:cubicBezTo>
                  <a:pt x="43130" y="85636"/>
                  <a:pt x="42863" y="82153"/>
                  <a:pt x="42863" y="78581"/>
                </a:cubicBezTo>
                <a:cubicBezTo>
                  <a:pt x="42863" y="43086"/>
                  <a:pt x="71661" y="14288"/>
                  <a:pt x="107156" y="14288"/>
                </a:cubicBezTo>
                <a:cubicBezTo>
                  <a:pt x="131891" y="14288"/>
                  <a:pt x="153367" y="28262"/>
                  <a:pt x="164128" y="48711"/>
                </a:cubicBezTo>
                <a:cubicBezTo>
                  <a:pt x="170468" y="45006"/>
                  <a:pt x="177879" y="42863"/>
                  <a:pt x="185738" y="42863"/>
                </a:cubicBezTo>
                <a:cubicBezTo>
                  <a:pt x="209401" y="42863"/>
                  <a:pt x="228600" y="62061"/>
                  <a:pt x="228600" y="85725"/>
                </a:cubicBezTo>
                <a:cubicBezTo>
                  <a:pt x="228600" y="92735"/>
                  <a:pt x="226903" y="99387"/>
                  <a:pt x="223912" y="105236"/>
                </a:cubicBezTo>
                <a:cubicBezTo>
                  <a:pt x="243557" y="114300"/>
                  <a:pt x="257175" y="134124"/>
                  <a:pt x="257175" y="157163"/>
                </a:cubicBezTo>
                <a:cubicBezTo>
                  <a:pt x="257175" y="188729"/>
                  <a:pt x="231591" y="214313"/>
                  <a:pt x="200025" y="214313"/>
                </a:cubicBezTo>
                <a:lnTo>
                  <a:pt x="64294" y="214313"/>
                </a:lnTo>
                <a:close/>
                <a:moveTo>
                  <a:pt x="136178" y="85279"/>
                </a:moveTo>
                <a:cubicBezTo>
                  <a:pt x="131981" y="81082"/>
                  <a:pt x="125194" y="81082"/>
                  <a:pt x="121042" y="85279"/>
                </a:cubicBezTo>
                <a:lnTo>
                  <a:pt x="88895" y="117425"/>
                </a:lnTo>
                <a:cubicBezTo>
                  <a:pt x="84698" y="121622"/>
                  <a:pt x="84698" y="128409"/>
                  <a:pt x="88895" y="132561"/>
                </a:cubicBezTo>
                <a:cubicBezTo>
                  <a:pt x="93092" y="136714"/>
                  <a:pt x="99879" y="136758"/>
                  <a:pt x="104031" y="132561"/>
                </a:cubicBezTo>
                <a:lnTo>
                  <a:pt x="117872" y="118720"/>
                </a:lnTo>
                <a:lnTo>
                  <a:pt x="117872" y="164306"/>
                </a:lnTo>
                <a:cubicBezTo>
                  <a:pt x="117872" y="170244"/>
                  <a:pt x="122649" y="175022"/>
                  <a:pt x="128588" y="175022"/>
                </a:cubicBezTo>
                <a:cubicBezTo>
                  <a:pt x="134526" y="175022"/>
                  <a:pt x="139303" y="170244"/>
                  <a:pt x="139303" y="164306"/>
                </a:cubicBezTo>
                <a:lnTo>
                  <a:pt x="139303" y="118720"/>
                </a:lnTo>
                <a:lnTo>
                  <a:pt x="153144" y="132561"/>
                </a:lnTo>
                <a:cubicBezTo>
                  <a:pt x="157341" y="136758"/>
                  <a:pt x="164128" y="136758"/>
                  <a:pt x="168280" y="132561"/>
                </a:cubicBezTo>
                <a:cubicBezTo>
                  <a:pt x="172432" y="128364"/>
                  <a:pt x="172477" y="121578"/>
                  <a:pt x="168280" y="117425"/>
                </a:cubicBezTo>
                <a:lnTo>
                  <a:pt x="136133" y="85279"/>
                </a:ln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417073" y="2286000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459935" y="2667000"/>
            <a:ext cx="1962150" cy="2533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 &amp; drop images, PDFs, spreadsheets, JSON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459935" y="5314950"/>
            <a:ext cx="781050" cy="228600"/>
          </a:xfrm>
          <a:custGeom>
            <a:avLst/>
            <a:gdLst/>
            <a:ahLst/>
            <a:cxnLst/>
            <a:rect l="l" t="t" r="r" b="b"/>
            <a:pathLst>
              <a:path w="781050" h="228600">
                <a:moveTo>
                  <a:pt x="114300" y="0"/>
                </a:moveTo>
                <a:lnTo>
                  <a:pt x="666750" y="0"/>
                </a:lnTo>
                <a:cubicBezTo>
                  <a:pt x="729834" y="0"/>
                  <a:pt x="781050" y="51216"/>
                  <a:pt x="781050" y="114300"/>
                </a:cubicBezTo>
                <a:lnTo>
                  <a:pt x="781050" y="114300"/>
                </a:lnTo>
                <a:cubicBezTo>
                  <a:pt x="781050" y="177384"/>
                  <a:pt x="729834" y="228600"/>
                  <a:pt x="66675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59935" y="5314950"/>
            <a:ext cx="8382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Multi-format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616380" y="1504950"/>
            <a:ext cx="2190750" cy="4191000"/>
          </a:xfrm>
          <a:custGeom>
            <a:avLst/>
            <a:gdLst/>
            <a:ahLst/>
            <a:cxnLst/>
            <a:rect l="l" t="t" r="r" b="b"/>
            <a:pathLst>
              <a:path w="2190750" h="41910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4038590"/>
                </a:lnTo>
                <a:cubicBezTo>
                  <a:pt x="2190750" y="4122764"/>
                  <a:pt x="2122514" y="4191000"/>
                  <a:pt x="2038340" y="4191000"/>
                </a:cubicBezTo>
                <a:lnTo>
                  <a:pt x="152410" y="4191000"/>
                </a:lnTo>
                <a:cubicBezTo>
                  <a:pt x="68236" y="4191000"/>
                  <a:pt x="0" y="4122764"/>
                  <a:pt x="0" y="403859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616380" y="1504950"/>
            <a:ext cx="2190750" cy="38100"/>
          </a:xfrm>
          <a:custGeom>
            <a:avLst/>
            <a:gdLst/>
            <a:ahLst/>
            <a:cxnLst/>
            <a:rect l="l" t="t" r="r" b="b"/>
            <a:pathLst>
              <a:path w="2190750" h="381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0446916" y="1676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4A7C8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627891" y="18288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42863" y="42863"/>
                </a:moveTo>
                <a:cubicBezTo>
                  <a:pt x="42863" y="19199"/>
                  <a:pt x="62061" y="0"/>
                  <a:pt x="85725" y="0"/>
                </a:cubicBezTo>
                <a:cubicBezTo>
                  <a:pt x="108183" y="0"/>
                  <a:pt x="126623" y="17279"/>
                  <a:pt x="128454" y="39291"/>
                </a:cubicBezTo>
                <a:lnTo>
                  <a:pt x="103584" y="39291"/>
                </a:lnTo>
                <a:cubicBezTo>
                  <a:pt x="97646" y="39291"/>
                  <a:pt x="92869" y="44068"/>
                  <a:pt x="92869" y="50006"/>
                </a:cubicBezTo>
                <a:cubicBezTo>
                  <a:pt x="92869" y="55944"/>
                  <a:pt x="97646" y="60722"/>
                  <a:pt x="103584" y="60722"/>
                </a:cubicBezTo>
                <a:lnTo>
                  <a:pt x="128588" y="60722"/>
                </a:lnTo>
                <a:lnTo>
                  <a:pt x="128588" y="82153"/>
                </a:lnTo>
                <a:lnTo>
                  <a:pt x="103584" y="82153"/>
                </a:lnTo>
                <a:cubicBezTo>
                  <a:pt x="97646" y="82153"/>
                  <a:pt x="92869" y="86931"/>
                  <a:pt x="92869" y="92869"/>
                </a:cubicBezTo>
                <a:cubicBezTo>
                  <a:pt x="92869" y="98807"/>
                  <a:pt x="97646" y="103584"/>
                  <a:pt x="103584" y="103584"/>
                </a:cubicBezTo>
                <a:lnTo>
                  <a:pt x="128454" y="103584"/>
                </a:lnTo>
                <a:cubicBezTo>
                  <a:pt x="126623" y="125596"/>
                  <a:pt x="108228" y="142875"/>
                  <a:pt x="85725" y="142875"/>
                </a:cubicBezTo>
                <a:cubicBezTo>
                  <a:pt x="62061" y="142875"/>
                  <a:pt x="42863" y="123676"/>
                  <a:pt x="42863" y="100013"/>
                </a:cubicBezTo>
                <a:lnTo>
                  <a:pt x="42863" y="42863"/>
                </a:lnTo>
                <a:close/>
                <a:moveTo>
                  <a:pt x="10716" y="71438"/>
                </a:moveTo>
                <a:cubicBezTo>
                  <a:pt x="16654" y="71438"/>
                  <a:pt x="21431" y="76215"/>
                  <a:pt x="21431" y="82153"/>
                </a:cubicBezTo>
                <a:lnTo>
                  <a:pt x="21431" y="100013"/>
                </a:lnTo>
                <a:cubicBezTo>
                  <a:pt x="21431" y="135508"/>
                  <a:pt x="50229" y="164306"/>
                  <a:pt x="85725" y="164306"/>
                </a:cubicBezTo>
                <a:cubicBezTo>
                  <a:pt x="121221" y="164306"/>
                  <a:pt x="150019" y="135508"/>
                  <a:pt x="150019" y="100013"/>
                </a:cubicBezTo>
                <a:lnTo>
                  <a:pt x="150019" y="82153"/>
                </a:lnTo>
                <a:cubicBezTo>
                  <a:pt x="150019" y="76215"/>
                  <a:pt x="154796" y="71438"/>
                  <a:pt x="160734" y="71438"/>
                </a:cubicBezTo>
                <a:cubicBezTo>
                  <a:pt x="166673" y="71438"/>
                  <a:pt x="171450" y="76215"/>
                  <a:pt x="171450" y="82153"/>
                </a:cubicBezTo>
                <a:lnTo>
                  <a:pt x="171450" y="100013"/>
                </a:lnTo>
                <a:cubicBezTo>
                  <a:pt x="171450" y="143723"/>
                  <a:pt x="138723" y="179799"/>
                  <a:pt x="96441" y="185068"/>
                </a:cubicBezTo>
                <a:lnTo>
                  <a:pt x="96441" y="207169"/>
                </a:lnTo>
                <a:lnTo>
                  <a:pt x="117872" y="207169"/>
                </a:lnTo>
                <a:cubicBezTo>
                  <a:pt x="123810" y="207169"/>
                  <a:pt x="128588" y="211946"/>
                  <a:pt x="128588" y="217884"/>
                </a:cubicBezTo>
                <a:cubicBezTo>
                  <a:pt x="128588" y="223823"/>
                  <a:pt x="123810" y="228600"/>
                  <a:pt x="117872" y="228600"/>
                </a:cubicBezTo>
                <a:lnTo>
                  <a:pt x="53578" y="228600"/>
                </a:lnTo>
                <a:cubicBezTo>
                  <a:pt x="47640" y="228600"/>
                  <a:pt x="42863" y="223823"/>
                  <a:pt x="42863" y="217884"/>
                </a:cubicBezTo>
                <a:cubicBezTo>
                  <a:pt x="42863" y="211946"/>
                  <a:pt x="47640" y="207169"/>
                  <a:pt x="53578" y="207169"/>
                </a:cubicBezTo>
                <a:lnTo>
                  <a:pt x="75009" y="207169"/>
                </a:lnTo>
                <a:lnTo>
                  <a:pt x="75009" y="185068"/>
                </a:lnTo>
                <a:cubicBezTo>
                  <a:pt x="32727" y="179799"/>
                  <a:pt x="0" y="143723"/>
                  <a:pt x="0" y="100013"/>
                </a:cubicBezTo>
                <a:lnTo>
                  <a:pt x="0" y="82153"/>
                </a:lnTo>
                <a:cubicBezTo>
                  <a:pt x="0" y="76215"/>
                  <a:pt x="4777" y="71438"/>
                  <a:pt x="10716" y="71438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725918" y="2286000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768780" y="2667000"/>
            <a:ext cx="1962150" cy="2533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 verbal descriptions, auto-transcribe &amp; parse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768780" y="5314950"/>
            <a:ext cx="333375" cy="228600"/>
          </a:xfrm>
          <a:custGeom>
            <a:avLst/>
            <a:gdLst/>
            <a:ahLst/>
            <a:cxnLst/>
            <a:rect l="l" t="t" r="r" b="b"/>
            <a:pathLst>
              <a:path w="333375" h="228600">
                <a:moveTo>
                  <a:pt x="114300" y="0"/>
                </a:moveTo>
                <a:lnTo>
                  <a:pt x="219075" y="0"/>
                </a:lnTo>
                <a:cubicBezTo>
                  <a:pt x="282159" y="0"/>
                  <a:pt x="333375" y="51216"/>
                  <a:pt x="333375" y="114300"/>
                </a:cubicBezTo>
                <a:lnTo>
                  <a:pt x="333375" y="114300"/>
                </a:lnTo>
                <a:cubicBezTo>
                  <a:pt x="333375" y="177384"/>
                  <a:pt x="282159" y="228600"/>
                  <a:pt x="21907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7C8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768780" y="5314950"/>
            <a:ext cx="3905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7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85763" y="5853113"/>
            <a:ext cx="11420475" cy="619125"/>
          </a:xfrm>
          <a:custGeom>
            <a:avLst/>
            <a:gdLst/>
            <a:ahLst/>
            <a:cxnLst/>
            <a:rect l="l" t="t" r="r" b="b"/>
            <a:pathLst>
              <a:path w="11420475" h="619125">
                <a:moveTo>
                  <a:pt x="152398" y="0"/>
                </a:moveTo>
                <a:lnTo>
                  <a:pt x="11268077" y="0"/>
                </a:lnTo>
                <a:cubicBezTo>
                  <a:pt x="11352244" y="0"/>
                  <a:pt x="11420475" y="68231"/>
                  <a:pt x="11420475" y="152398"/>
                </a:cubicBezTo>
                <a:lnTo>
                  <a:pt x="11420475" y="466727"/>
                </a:lnTo>
                <a:cubicBezTo>
                  <a:pt x="11420475" y="550894"/>
                  <a:pt x="11352244" y="619125"/>
                  <a:pt x="11268077" y="619125"/>
                </a:cubicBezTo>
                <a:lnTo>
                  <a:pt x="152398" y="619125"/>
                </a:lnTo>
                <a:cubicBezTo>
                  <a:pt x="68231" y="619125"/>
                  <a:pt x="0" y="550894"/>
                  <a:pt x="0" y="46672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535C">
                  <a:alpha val="5000"/>
                </a:srgbClr>
              </a:gs>
              <a:gs pos="100000">
                <a:srgbClr val="4A7C82">
                  <a:alpha val="5000"/>
                </a:srgbClr>
              </a:gs>
            </a:gsLst>
            <a:lin ang="0" scaled="1"/>
          </a:gradFill>
          <a:ln w="12700">
            <a:solidFill>
              <a:srgbClr val="1A535C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804717" y="6067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133329" y="604837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 Source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197301" y="6010275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1A535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535439" y="6067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864051" y="604837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 Format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933754" y="6010275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1A535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271891" y="6067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600504" y="6048375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Result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81000"/>
            <a:ext cx="63500" cy="381000"/>
          </a:xfrm>
          <a:custGeom>
            <a:avLst/>
            <a:gdLst/>
            <a:ahLst/>
            <a:cxnLst/>
            <a:rect l="l" t="t" r="r" b="b"/>
            <a:pathLst>
              <a:path w="63500" h="3810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49250"/>
                </a:lnTo>
                <a:cubicBezTo>
                  <a:pt x="63500" y="366773"/>
                  <a:pt x="49273" y="381000"/>
                  <a:pt x="31750" y="381000"/>
                </a:cubicBezTo>
                <a:lnTo>
                  <a:pt x="31750" y="381000"/>
                </a:lnTo>
                <a:cubicBezTo>
                  <a:pt x="14227" y="381000"/>
                  <a:pt x="0" y="366773"/>
                  <a:pt x="0" y="34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76250" y="317500"/>
            <a:ext cx="5437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4A7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Flagship Feature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6250" y="508000"/>
            <a:ext cx="552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 Mode: Conversational Data Collection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952500"/>
            <a:ext cx="5715000" cy="7643813"/>
          </a:xfrm>
          <a:custGeom>
            <a:avLst/>
            <a:gdLst/>
            <a:ahLst/>
            <a:cxnLst/>
            <a:rect l="l" t="t" r="r" b="b"/>
            <a:pathLst>
              <a:path w="5715000" h="7643813">
                <a:moveTo>
                  <a:pt x="126987" y="0"/>
                </a:moveTo>
                <a:lnTo>
                  <a:pt x="5588013" y="0"/>
                </a:lnTo>
                <a:cubicBezTo>
                  <a:pt x="5658146" y="0"/>
                  <a:pt x="5715000" y="56854"/>
                  <a:pt x="5715000" y="126987"/>
                </a:cubicBezTo>
                <a:lnTo>
                  <a:pt x="5715000" y="7516825"/>
                </a:lnTo>
                <a:cubicBezTo>
                  <a:pt x="5715000" y="7586958"/>
                  <a:pt x="5658146" y="7643813"/>
                  <a:pt x="5588013" y="7643813"/>
                </a:cubicBezTo>
                <a:lnTo>
                  <a:pt x="126987" y="7643813"/>
                </a:lnTo>
                <a:cubicBezTo>
                  <a:pt x="56854" y="7643813"/>
                  <a:pt x="0" y="7586958"/>
                  <a:pt x="0" y="7516825"/>
                </a:cubicBezTo>
                <a:lnTo>
                  <a:pt x="0" y="126987"/>
                </a:lnTo>
                <a:cubicBezTo>
                  <a:pt x="0" y="56901"/>
                  <a:pt x="56901" y="0"/>
                  <a:pt x="12698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https://kimi-img.moonshot.cn/pub/slides/26-02-12-15:54:38-d66oefl3v89m54duch9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480" y="952500"/>
            <a:ext cx="4001541" cy="5905500"/>
          </a:xfrm>
          <a:prstGeom prst="roundRect">
            <a:avLst>
              <a:gd name="adj" fmla="val 1744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159500" y="952500"/>
            <a:ext cx="5715000" cy="1325563"/>
          </a:xfrm>
          <a:custGeom>
            <a:avLst/>
            <a:gdLst/>
            <a:ahLst/>
            <a:cxnLst/>
            <a:rect l="l" t="t" r="r" b="b"/>
            <a:pathLst>
              <a:path w="5715000" h="1325563">
                <a:moveTo>
                  <a:pt x="127002" y="0"/>
                </a:moveTo>
                <a:lnTo>
                  <a:pt x="5587998" y="0"/>
                </a:lnTo>
                <a:cubicBezTo>
                  <a:pt x="5658092" y="0"/>
                  <a:pt x="5715000" y="56908"/>
                  <a:pt x="5715000" y="127002"/>
                </a:cubicBezTo>
                <a:lnTo>
                  <a:pt x="5715000" y="1198560"/>
                </a:lnTo>
                <a:cubicBezTo>
                  <a:pt x="5715000" y="1268655"/>
                  <a:pt x="5658092" y="1325563"/>
                  <a:pt x="5587998" y="1325563"/>
                </a:cubicBezTo>
                <a:lnTo>
                  <a:pt x="127002" y="1325563"/>
                </a:lnTo>
                <a:cubicBezTo>
                  <a:pt x="56908" y="1325563"/>
                  <a:pt x="0" y="1268655"/>
                  <a:pt x="0" y="1198560"/>
                </a:cubicBezTo>
                <a:lnTo>
                  <a:pt x="0" y="127002"/>
                </a:lnTo>
                <a:cubicBezTo>
                  <a:pt x="0" y="56908"/>
                  <a:pt x="56908" y="0"/>
                  <a:pt x="1270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A535C"/>
              </a:gs>
              <a:gs pos="100000">
                <a:srgbClr val="4A7C82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296422" y="111125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9844" y="39688"/>
                </a:moveTo>
                <a:cubicBezTo>
                  <a:pt x="19844" y="20521"/>
                  <a:pt x="35404" y="4961"/>
                  <a:pt x="54570" y="4961"/>
                </a:cubicBezTo>
                <a:cubicBezTo>
                  <a:pt x="73736" y="4961"/>
                  <a:pt x="89297" y="20521"/>
                  <a:pt x="89297" y="39687"/>
                </a:cubicBezTo>
                <a:cubicBezTo>
                  <a:pt x="89297" y="58854"/>
                  <a:pt x="73736" y="74414"/>
                  <a:pt x="54570" y="74414"/>
                </a:cubicBezTo>
                <a:cubicBezTo>
                  <a:pt x="35404" y="74414"/>
                  <a:pt x="19844" y="58854"/>
                  <a:pt x="19844" y="39688"/>
                </a:cubicBezTo>
                <a:close/>
                <a:moveTo>
                  <a:pt x="0" y="143867"/>
                </a:moveTo>
                <a:cubicBezTo>
                  <a:pt x="0" y="113729"/>
                  <a:pt x="24433" y="89297"/>
                  <a:pt x="54570" y="89297"/>
                </a:cubicBezTo>
                <a:cubicBezTo>
                  <a:pt x="84708" y="89297"/>
                  <a:pt x="109141" y="113729"/>
                  <a:pt x="109141" y="143867"/>
                </a:cubicBezTo>
                <a:lnTo>
                  <a:pt x="109141" y="145728"/>
                </a:lnTo>
                <a:cubicBezTo>
                  <a:pt x="109141" y="152921"/>
                  <a:pt x="103312" y="158750"/>
                  <a:pt x="96118" y="158750"/>
                </a:cubicBezTo>
                <a:lnTo>
                  <a:pt x="13022" y="158750"/>
                </a:lnTo>
                <a:cubicBezTo>
                  <a:pt x="5829" y="158750"/>
                  <a:pt x="0" y="152921"/>
                  <a:pt x="0" y="145728"/>
                </a:cubicBezTo>
                <a:lnTo>
                  <a:pt x="0" y="143867"/>
                </a:lnTo>
                <a:close/>
                <a:moveTo>
                  <a:pt x="133945" y="19844"/>
                </a:moveTo>
                <a:cubicBezTo>
                  <a:pt x="150373" y="19844"/>
                  <a:pt x="163711" y="33181"/>
                  <a:pt x="163711" y="49609"/>
                </a:cubicBezTo>
                <a:cubicBezTo>
                  <a:pt x="163711" y="66037"/>
                  <a:pt x="150373" y="79375"/>
                  <a:pt x="133945" y="79375"/>
                </a:cubicBezTo>
                <a:cubicBezTo>
                  <a:pt x="117517" y="79375"/>
                  <a:pt x="104180" y="66037"/>
                  <a:pt x="104180" y="49609"/>
                </a:cubicBezTo>
                <a:cubicBezTo>
                  <a:pt x="104180" y="33181"/>
                  <a:pt x="117517" y="19844"/>
                  <a:pt x="133945" y="19844"/>
                </a:cubicBezTo>
                <a:close/>
                <a:moveTo>
                  <a:pt x="133945" y="94258"/>
                </a:moveTo>
                <a:cubicBezTo>
                  <a:pt x="158595" y="94258"/>
                  <a:pt x="178594" y="114257"/>
                  <a:pt x="178594" y="138906"/>
                </a:cubicBezTo>
                <a:lnTo>
                  <a:pt x="178594" y="145852"/>
                </a:lnTo>
                <a:cubicBezTo>
                  <a:pt x="178594" y="152983"/>
                  <a:pt x="172827" y="158750"/>
                  <a:pt x="165695" y="158750"/>
                </a:cubicBezTo>
                <a:lnTo>
                  <a:pt x="120799" y="158750"/>
                </a:lnTo>
                <a:cubicBezTo>
                  <a:pt x="122845" y="154874"/>
                  <a:pt x="124023" y="150440"/>
                  <a:pt x="124023" y="145728"/>
                </a:cubicBezTo>
                <a:lnTo>
                  <a:pt x="124023" y="143867"/>
                </a:lnTo>
                <a:cubicBezTo>
                  <a:pt x="124023" y="127899"/>
                  <a:pt x="118628" y="113202"/>
                  <a:pt x="109606" y="101482"/>
                </a:cubicBezTo>
                <a:cubicBezTo>
                  <a:pt x="116613" y="96924"/>
                  <a:pt x="124985" y="94258"/>
                  <a:pt x="133945" y="94258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84938" y="1079500"/>
            <a:ext cx="5341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Adaptive AI Assistant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86500" y="1397000"/>
            <a:ext cx="2682875" cy="754063"/>
          </a:xfrm>
          <a:custGeom>
            <a:avLst/>
            <a:gdLst/>
            <a:ahLst/>
            <a:cxnLst/>
            <a:rect l="l" t="t" r="r" b="b"/>
            <a:pathLst>
              <a:path w="2682875" h="754063">
                <a:moveTo>
                  <a:pt x="95253" y="0"/>
                </a:moveTo>
                <a:lnTo>
                  <a:pt x="2587622" y="0"/>
                </a:lnTo>
                <a:cubicBezTo>
                  <a:pt x="2640229" y="0"/>
                  <a:pt x="2682875" y="42646"/>
                  <a:pt x="2682875" y="95253"/>
                </a:cubicBezTo>
                <a:lnTo>
                  <a:pt x="2682875" y="658809"/>
                </a:lnTo>
                <a:cubicBezTo>
                  <a:pt x="2682875" y="711416"/>
                  <a:pt x="2640229" y="754062"/>
                  <a:pt x="2587622" y="754063"/>
                </a:cubicBezTo>
                <a:lnTo>
                  <a:pt x="95253" y="754063"/>
                </a:lnTo>
                <a:cubicBezTo>
                  <a:pt x="42646" y="754063"/>
                  <a:pt x="0" y="711416"/>
                  <a:pt x="0" y="658809"/>
                </a:cubicBezTo>
                <a:lnTo>
                  <a:pt x="0" y="95253"/>
                </a:lnTo>
                <a:cubicBezTo>
                  <a:pt x="0" y="42646"/>
                  <a:pt x="42646" y="0"/>
                  <a:pt x="95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10523" y="1516063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67726" y="22324"/>
                </a:moveTo>
                <a:lnTo>
                  <a:pt x="93204" y="22324"/>
                </a:lnTo>
                <a:cubicBezTo>
                  <a:pt x="90218" y="15460"/>
                  <a:pt x="84972" y="9795"/>
                  <a:pt x="78442" y="6251"/>
                </a:cubicBezTo>
                <a:lnTo>
                  <a:pt x="67726" y="22324"/>
                </a:lnTo>
                <a:close/>
                <a:moveTo>
                  <a:pt x="67475" y="2595"/>
                </a:moveTo>
                <a:cubicBezTo>
                  <a:pt x="65856" y="2344"/>
                  <a:pt x="64182" y="2232"/>
                  <a:pt x="62508" y="2232"/>
                </a:cubicBezTo>
                <a:cubicBezTo>
                  <a:pt x="48778" y="2232"/>
                  <a:pt x="36974" y="10492"/>
                  <a:pt x="31812" y="22324"/>
                </a:cubicBezTo>
                <a:lnTo>
                  <a:pt x="54304" y="22324"/>
                </a:lnTo>
                <a:lnTo>
                  <a:pt x="67447" y="2595"/>
                </a:lnTo>
                <a:close/>
                <a:moveTo>
                  <a:pt x="62508" y="69205"/>
                </a:moveTo>
                <a:cubicBezTo>
                  <a:pt x="81009" y="69205"/>
                  <a:pt x="95994" y="54220"/>
                  <a:pt x="95994" y="35719"/>
                </a:cubicBezTo>
                <a:lnTo>
                  <a:pt x="29021" y="35719"/>
                </a:lnTo>
                <a:cubicBezTo>
                  <a:pt x="29021" y="54220"/>
                  <a:pt x="44007" y="69205"/>
                  <a:pt x="62508" y="69205"/>
                </a:cubicBezTo>
                <a:close/>
                <a:moveTo>
                  <a:pt x="27543" y="95380"/>
                </a:moveTo>
                <a:cubicBezTo>
                  <a:pt x="13757" y="103305"/>
                  <a:pt x="4465" y="118179"/>
                  <a:pt x="4465" y="135229"/>
                </a:cubicBezTo>
                <a:cubicBezTo>
                  <a:pt x="4465" y="139443"/>
                  <a:pt x="7897" y="142875"/>
                  <a:pt x="12111" y="142875"/>
                </a:cubicBezTo>
                <a:lnTo>
                  <a:pt x="54248" y="142875"/>
                </a:lnTo>
                <a:lnTo>
                  <a:pt x="27515" y="95380"/>
                </a:lnTo>
                <a:close/>
                <a:moveTo>
                  <a:pt x="40128" y="90441"/>
                </a:moveTo>
                <a:lnTo>
                  <a:pt x="52043" y="111621"/>
                </a:lnTo>
                <a:lnTo>
                  <a:pt x="75902" y="111621"/>
                </a:lnTo>
                <a:cubicBezTo>
                  <a:pt x="88236" y="111621"/>
                  <a:pt x="98227" y="121611"/>
                  <a:pt x="98227" y="133945"/>
                </a:cubicBezTo>
                <a:cubicBezTo>
                  <a:pt x="98227" y="137127"/>
                  <a:pt x="97557" y="140140"/>
                  <a:pt x="96357" y="142875"/>
                </a:cubicBezTo>
                <a:lnTo>
                  <a:pt x="112877" y="142875"/>
                </a:lnTo>
                <a:cubicBezTo>
                  <a:pt x="117091" y="142875"/>
                  <a:pt x="120523" y="139443"/>
                  <a:pt x="120523" y="135229"/>
                </a:cubicBezTo>
                <a:cubicBezTo>
                  <a:pt x="120523" y="109863"/>
                  <a:pt x="99957" y="89297"/>
                  <a:pt x="74591" y="89297"/>
                </a:cubicBezTo>
                <a:lnTo>
                  <a:pt x="50341" y="89297"/>
                </a:lnTo>
                <a:cubicBezTo>
                  <a:pt x="46825" y="89297"/>
                  <a:pt x="43393" y="89688"/>
                  <a:pt x="40100" y="90441"/>
                </a:cubicBezTo>
                <a:close/>
                <a:moveTo>
                  <a:pt x="59578" y="125016"/>
                </a:moveTo>
                <a:lnTo>
                  <a:pt x="69624" y="142875"/>
                </a:lnTo>
                <a:lnTo>
                  <a:pt x="75902" y="142875"/>
                </a:lnTo>
                <a:cubicBezTo>
                  <a:pt x="80842" y="142875"/>
                  <a:pt x="84832" y="138885"/>
                  <a:pt x="84832" y="133945"/>
                </a:cubicBezTo>
                <a:cubicBezTo>
                  <a:pt x="84832" y="129006"/>
                  <a:pt x="80842" y="125016"/>
                  <a:pt x="75902" y="125016"/>
                </a:cubicBezTo>
                <a:lnTo>
                  <a:pt x="59578" y="125016"/>
                </a:ln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623844" y="1492250"/>
            <a:ext cx="785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Mode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81750" y="1746250"/>
            <a:ext cx="254793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Friendly, empathetic tone with simple, accessible language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064625" y="1397000"/>
            <a:ext cx="2682875" cy="754063"/>
          </a:xfrm>
          <a:custGeom>
            <a:avLst/>
            <a:gdLst/>
            <a:ahLst/>
            <a:cxnLst/>
            <a:rect l="l" t="t" r="r" b="b"/>
            <a:pathLst>
              <a:path w="2682875" h="754063">
                <a:moveTo>
                  <a:pt x="95253" y="0"/>
                </a:moveTo>
                <a:lnTo>
                  <a:pt x="2587622" y="0"/>
                </a:lnTo>
                <a:cubicBezTo>
                  <a:pt x="2640229" y="0"/>
                  <a:pt x="2682875" y="42646"/>
                  <a:pt x="2682875" y="95253"/>
                </a:cubicBezTo>
                <a:lnTo>
                  <a:pt x="2682875" y="658809"/>
                </a:lnTo>
                <a:cubicBezTo>
                  <a:pt x="2682875" y="711416"/>
                  <a:pt x="2640229" y="754062"/>
                  <a:pt x="2587622" y="754063"/>
                </a:cubicBezTo>
                <a:lnTo>
                  <a:pt x="95253" y="754063"/>
                </a:lnTo>
                <a:cubicBezTo>
                  <a:pt x="42646" y="754063"/>
                  <a:pt x="0" y="711416"/>
                  <a:pt x="0" y="658809"/>
                </a:cubicBezTo>
                <a:lnTo>
                  <a:pt x="0" y="95253"/>
                </a:lnTo>
                <a:cubicBezTo>
                  <a:pt x="0" y="42646"/>
                  <a:pt x="42646" y="0"/>
                  <a:pt x="952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9188648" y="1516063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62508" y="2232"/>
                </a:moveTo>
                <a:cubicBezTo>
                  <a:pt x="44026" y="2232"/>
                  <a:pt x="29021" y="17237"/>
                  <a:pt x="29021" y="35719"/>
                </a:cubicBezTo>
                <a:cubicBezTo>
                  <a:pt x="29021" y="54200"/>
                  <a:pt x="44026" y="69205"/>
                  <a:pt x="62508" y="69205"/>
                </a:cubicBezTo>
                <a:cubicBezTo>
                  <a:pt x="80989" y="69205"/>
                  <a:pt x="95994" y="54200"/>
                  <a:pt x="95994" y="35719"/>
                </a:cubicBezTo>
                <a:cubicBezTo>
                  <a:pt x="95994" y="17237"/>
                  <a:pt x="80989" y="2232"/>
                  <a:pt x="62508" y="2232"/>
                </a:cubicBezTo>
                <a:close/>
                <a:moveTo>
                  <a:pt x="79251" y="89520"/>
                </a:moveTo>
                <a:cubicBezTo>
                  <a:pt x="77744" y="89381"/>
                  <a:pt x="76181" y="89297"/>
                  <a:pt x="74619" y="89297"/>
                </a:cubicBezTo>
                <a:lnTo>
                  <a:pt x="50369" y="89297"/>
                </a:lnTo>
                <a:cubicBezTo>
                  <a:pt x="48806" y="89297"/>
                  <a:pt x="47272" y="89381"/>
                  <a:pt x="45737" y="89520"/>
                </a:cubicBezTo>
                <a:lnTo>
                  <a:pt x="45737" y="108356"/>
                </a:lnTo>
                <a:cubicBezTo>
                  <a:pt x="50341" y="110477"/>
                  <a:pt x="53550" y="115137"/>
                  <a:pt x="53550" y="120523"/>
                </a:cubicBezTo>
                <a:cubicBezTo>
                  <a:pt x="53550" y="127918"/>
                  <a:pt x="47551" y="133917"/>
                  <a:pt x="40156" y="133917"/>
                </a:cubicBezTo>
                <a:cubicBezTo>
                  <a:pt x="32761" y="133917"/>
                  <a:pt x="26761" y="127918"/>
                  <a:pt x="26761" y="120523"/>
                </a:cubicBezTo>
                <a:cubicBezTo>
                  <a:pt x="26761" y="115109"/>
                  <a:pt x="29970" y="110449"/>
                  <a:pt x="34575" y="108356"/>
                </a:cubicBezTo>
                <a:lnTo>
                  <a:pt x="34575" y="92059"/>
                </a:lnTo>
                <a:cubicBezTo>
                  <a:pt x="17022" y="98506"/>
                  <a:pt x="4465" y="115416"/>
                  <a:pt x="4465" y="135229"/>
                </a:cubicBezTo>
                <a:cubicBezTo>
                  <a:pt x="4465" y="139443"/>
                  <a:pt x="7897" y="142875"/>
                  <a:pt x="12111" y="142875"/>
                </a:cubicBezTo>
                <a:lnTo>
                  <a:pt x="112877" y="142875"/>
                </a:lnTo>
                <a:cubicBezTo>
                  <a:pt x="117091" y="142875"/>
                  <a:pt x="120523" y="139443"/>
                  <a:pt x="120523" y="135229"/>
                </a:cubicBezTo>
                <a:cubicBezTo>
                  <a:pt x="120523" y="115416"/>
                  <a:pt x="107966" y="98534"/>
                  <a:pt x="90385" y="92087"/>
                </a:cubicBezTo>
                <a:lnTo>
                  <a:pt x="90385" y="102524"/>
                </a:lnTo>
                <a:cubicBezTo>
                  <a:pt x="96887" y="104812"/>
                  <a:pt x="101547" y="111035"/>
                  <a:pt x="101547" y="118318"/>
                </a:cubicBezTo>
                <a:lnTo>
                  <a:pt x="101547" y="127248"/>
                </a:lnTo>
                <a:cubicBezTo>
                  <a:pt x="101547" y="130318"/>
                  <a:pt x="99036" y="132829"/>
                  <a:pt x="95966" y="132829"/>
                </a:cubicBezTo>
                <a:cubicBezTo>
                  <a:pt x="92897" y="132829"/>
                  <a:pt x="90385" y="130318"/>
                  <a:pt x="90385" y="127248"/>
                </a:cubicBezTo>
                <a:lnTo>
                  <a:pt x="90385" y="118318"/>
                </a:lnTo>
                <a:cubicBezTo>
                  <a:pt x="90385" y="115249"/>
                  <a:pt x="87874" y="112737"/>
                  <a:pt x="84804" y="112737"/>
                </a:cubicBezTo>
                <a:cubicBezTo>
                  <a:pt x="81735" y="112737"/>
                  <a:pt x="79223" y="115249"/>
                  <a:pt x="79223" y="118318"/>
                </a:cubicBezTo>
                <a:lnTo>
                  <a:pt x="79223" y="127248"/>
                </a:lnTo>
                <a:cubicBezTo>
                  <a:pt x="79223" y="130318"/>
                  <a:pt x="76712" y="132829"/>
                  <a:pt x="73642" y="132829"/>
                </a:cubicBezTo>
                <a:cubicBezTo>
                  <a:pt x="70572" y="132829"/>
                  <a:pt x="68061" y="130318"/>
                  <a:pt x="68061" y="127248"/>
                </a:cubicBezTo>
                <a:lnTo>
                  <a:pt x="68061" y="118318"/>
                </a:lnTo>
                <a:cubicBezTo>
                  <a:pt x="68061" y="111035"/>
                  <a:pt x="72721" y="104840"/>
                  <a:pt x="79223" y="102524"/>
                </a:cubicBezTo>
                <a:lnTo>
                  <a:pt x="79223" y="89520"/>
                </a:ln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401969" y="1492250"/>
            <a:ext cx="79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Doctor Mode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159875" y="1746250"/>
            <a:ext cx="254793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Professional, concise communication using medical terminology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59500" y="2369344"/>
            <a:ext cx="5715000" cy="6223000"/>
          </a:xfrm>
          <a:custGeom>
            <a:avLst/>
            <a:gdLst/>
            <a:ahLst/>
            <a:cxnLst/>
            <a:rect l="l" t="t" r="r" b="b"/>
            <a:pathLst>
              <a:path w="5715000" h="6223000">
                <a:moveTo>
                  <a:pt x="126987" y="0"/>
                </a:moveTo>
                <a:lnTo>
                  <a:pt x="5588013" y="0"/>
                </a:lnTo>
                <a:cubicBezTo>
                  <a:pt x="5658146" y="0"/>
                  <a:pt x="5715000" y="56854"/>
                  <a:pt x="5715000" y="126987"/>
                </a:cubicBezTo>
                <a:lnTo>
                  <a:pt x="5715000" y="6096013"/>
                </a:lnTo>
                <a:cubicBezTo>
                  <a:pt x="5715000" y="6166146"/>
                  <a:pt x="5658146" y="6223000"/>
                  <a:pt x="5588013" y="6223000"/>
                </a:cubicBezTo>
                <a:lnTo>
                  <a:pt x="126987" y="6223000"/>
                </a:lnTo>
                <a:cubicBezTo>
                  <a:pt x="56854" y="6223000"/>
                  <a:pt x="0" y="6166146"/>
                  <a:pt x="0" y="6096013"/>
                </a:cubicBezTo>
                <a:lnTo>
                  <a:pt x="0" y="126987"/>
                </a:lnTo>
                <a:cubicBezTo>
                  <a:pt x="0" y="56901"/>
                  <a:pt x="56901" y="0"/>
                  <a:pt x="12698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297414" y="2536031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86367" y="-5274"/>
                </a:moveTo>
                <a:cubicBezTo>
                  <a:pt x="85223" y="-7507"/>
                  <a:pt x="82907" y="-8930"/>
                  <a:pt x="80395" y="-8930"/>
                </a:cubicBezTo>
                <a:cubicBezTo>
                  <a:pt x="77884" y="-8930"/>
                  <a:pt x="75567" y="-7507"/>
                  <a:pt x="74423" y="-5274"/>
                </a:cubicBezTo>
                <a:lnTo>
                  <a:pt x="53885" y="34965"/>
                </a:lnTo>
                <a:lnTo>
                  <a:pt x="9265" y="42053"/>
                </a:lnTo>
                <a:cubicBezTo>
                  <a:pt x="6781" y="42444"/>
                  <a:pt x="4716" y="44202"/>
                  <a:pt x="3935" y="46602"/>
                </a:cubicBezTo>
                <a:cubicBezTo>
                  <a:pt x="3153" y="49002"/>
                  <a:pt x="3795" y="51625"/>
                  <a:pt x="5553" y="53411"/>
                </a:cubicBezTo>
                <a:lnTo>
                  <a:pt x="37477" y="85362"/>
                </a:lnTo>
                <a:lnTo>
                  <a:pt x="30445" y="129983"/>
                </a:lnTo>
                <a:cubicBezTo>
                  <a:pt x="30054" y="132466"/>
                  <a:pt x="31086" y="134978"/>
                  <a:pt x="33124" y="136457"/>
                </a:cubicBezTo>
                <a:cubicBezTo>
                  <a:pt x="35161" y="137936"/>
                  <a:pt x="37840" y="138159"/>
                  <a:pt x="40100" y="137015"/>
                </a:cubicBezTo>
                <a:lnTo>
                  <a:pt x="80395" y="116532"/>
                </a:lnTo>
                <a:lnTo>
                  <a:pt x="120662" y="137015"/>
                </a:lnTo>
                <a:cubicBezTo>
                  <a:pt x="122895" y="138159"/>
                  <a:pt x="125602" y="137936"/>
                  <a:pt x="127639" y="136457"/>
                </a:cubicBezTo>
                <a:cubicBezTo>
                  <a:pt x="129676" y="134978"/>
                  <a:pt x="130708" y="132494"/>
                  <a:pt x="130318" y="129983"/>
                </a:cubicBezTo>
                <a:lnTo>
                  <a:pt x="123258" y="85362"/>
                </a:lnTo>
                <a:lnTo>
                  <a:pt x="155181" y="53411"/>
                </a:lnTo>
                <a:cubicBezTo>
                  <a:pt x="156967" y="51625"/>
                  <a:pt x="157581" y="49002"/>
                  <a:pt x="156800" y="46602"/>
                </a:cubicBezTo>
                <a:cubicBezTo>
                  <a:pt x="156018" y="44202"/>
                  <a:pt x="153981" y="42444"/>
                  <a:pt x="151470" y="42053"/>
                </a:cubicBezTo>
                <a:lnTo>
                  <a:pt x="106877" y="34965"/>
                </a:lnTo>
                <a:lnTo>
                  <a:pt x="86367" y="-5274"/>
                </a:ln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69063" y="2496344"/>
            <a:ext cx="534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286500" y="282971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359922" y="2901156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3891" y="24309"/>
                </a:moveTo>
                <a:cubicBezTo>
                  <a:pt x="13891" y="18557"/>
                  <a:pt x="18557" y="13891"/>
                  <a:pt x="24309" y="13891"/>
                </a:cubicBezTo>
                <a:cubicBezTo>
                  <a:pt x="30060" y="13891"/>
                  <a:pt x="34727" y="18557"/>
                  <a:pt x="34727" y="24309"/>
                </a:cubicBezTo>
                <a:lnTo>
                  <a:pt x="34727" y="48617"/>
                </a:lnTo>
                <a:lnTo>
                  <a:pt x="13891" y="48617"/>
                </a:lnTo>
                <a:lnTo>
                  <a:pt x="13891" y="24309"/>
                </a:lnTo>
                <a:close/>
                <a:moveTo>
                  <a:pt x="38199" y="79871"/>
                </a:moveTo>
                <a:cubicBezTo>
                  <a:pt x="38199" y="69301"/>
                  <a:pt x="42128" y="59643"/>
                  <a:pt x="48617" y="52307"/>
                </a:cubicBezTo>
                <a:lnTo>
                  <a:pt x="48617" y="24309"/>
                </a:lnTo>
                <a:cubicBezTo>
                  <a:pt x="48617" y="10874"/>
                  <a:pt x="37743" y="0"/>
                  <a:pt x="24309" y="0"/>
                </a:cubicBezTo>
                <a:cubicBezTo>
                  <a:pt x="10874" y="0"/>
                  <a:pt x="0" y="10874"/>
                  <a:pt x="0" y="24309"/>
                </a:cubicBezTo>
                <a:lnTo>
                  <a:pt x="0" y="86816"/>
                </a:lnTo>
                <a:cubicBezTo>
                  <a:pt x="0" y="100251"/>
                  <a:pt x="10874" y="111125"/>
                  <a:pt x="24309" y="111125"/>
                </a:cubicBezTo>
                <a:cubicBezTo>
                  <a:pt x="32404" y="111125"/>
                  <a:pt x="39567" y="107175"/>
                  <a:pt x="43994" y="101076"/>
                </a:cubicBezTo>
                <a:cubicBezTo>
                  <a:pt x="40305" y="94869"/>
                  <a:pt x="38199" y="87619"/>
                  <a:pt x="38199" y="79871"/>
                </a:cubicBezTo>
                <a:close/>
                <a:moveTo>
                  <a:pt x="52242" y="94500"/>
                </a:moveTo>
                <a:cubicBezTo>
                  <a:pt x="53240" y="96388"/>
                  <a:pt x="55780" y="96605"/>
                  <a:pt x="57299" y="95086"/>
                </a:cubicBezTo>
                <a:lnTo>
                  <a:pt x="95086" y="57299"/>
                </a:lnTo>
                <a:cubicBezTo>
                  <a:pt x="96605" y="55780"/>
                  <a:pt x="96388" y="53240"/>
                  <a:pt x="94500" y="52242"/>
                </a:cubicBezTo>
                <a:cubicBezTo>
                  <a:pt x="90137" y="49919"/>
                  <a:pt x="85167" y="48617"/>
                  <a:pt x="79871" y="48617"/>
                </a:cubicBezTo>
                <a:cubicBezTo>
                  <a:pt x="62616" y="48617"/>
                  <a:pt x="48617" y="62616"/>
                  <a:pt x="48617" y="79871"/>
                </a:cubicBezTo>
                <a:cubicBezTo>
                  <a:pt x="48617" y="85145"/>
                  <a:pt x="49919" y="90137"/>
                  <a:pt x="52242" y="94500"/>
                </a:cubicBezTo>
                <a:close/>
                <a:moveTo>
                  <a:pt x="64657" y="102443"/>
                </a:moveTo>
                <a:cubicBezTo>
                  <a:pt x="63137" y="103963"/>
                  <a:pt x="63354" y="106502"/>
                  <a:pt x="65243" y="107500"/>
                </a:cubicBezTo>
                <a:cubicBezTo>
                  <a:pt x="69605" y="109823"/>
                  <a:pt x="74575" y="111125"/>
                  <a:pt x="79871" y="111125"/>
                </a:cubicBezTo>
                <a:cubicBezTo>
                  <a:pt x="97126" y="111125"/>
                  <a:pt x="111125" y="97126"/>
                  <a:pt x="111125" y="79871"/>
                </a:cubicBezTo>
                <a:cubicBezTo>
                  <a:pt x="111125" y="74597"/>
                  <a:pt x="109823" y="69605"/>
                  <a:pt x="107500" y="65243"/>
                </a:cubicBezTo>
                <a:cubicBezTo>
                  <a:pt x="106502" y="63354"/>
                  <a:pt x="103963" y="63137"/>
                  <a:pt x="102443" y="64657"/>
                </a:cubicBezTo>
                <a:lnTo>
                  <a:pt x="64657" y="102443"/>
                </a:ln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635750" y="2813844"/>
            <a:ext cx="377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Field Progress Pills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635750" y="3004344"/>
            <a:ext cx="3762375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visual indicators showing collected (green) and pending (gray) data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286500" y="323651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A7C8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359922" y="3307953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0" y="20836"/>
                </a:moveTo>
                <a:cubicBezTo>
                  <a:pt x="0" y="16994"/>
                  <a:pt x="3104" y="13891"/>
                  <a:pt x="6945" y="13891"/>
                </a:cubicBezTo>
                <a:lnTo>
                  <a:pt x="90289" y="13891"/>
                </a:lnTo>
                <a:cubicBezTo>
                  <a:pt x="94131" y="13891"/>
                  <a:pt x="97234" y="16994"/>
                  <a:pt x="97234" y="20836"/>
                </a:cubicBezTo>
                <a:cubicBezTo>
                  <a:pt x="97234" y="24678"/>
                  <a:pt x="94131" y="27781"/>
                  <a:pt x="90289" y="27781"/>
                </a:cubicBezTo>
                <a:lnTo>
                  <a:pt x="6945" y="27781"/>
                </a:lnTo>
                <a:cubicBezTo>
                  <a:pt x="3104" y="27781"/>
                  <a:pt x="0" y="24678"/>
                  <a:pt x="0" y="20836"/>
                </a:cubicBezTo>
                <a:close/>
                <a:moveTo>
                  <a:pt x="13891" y="55563"/>
                </a:moveTo>
                <a:cubicBezTo>
                  <a:pt x="13891" y="51721"/>
                  <a:pt x="16994" y="48617"/>
                  <a:pt x="20836" y="48617"/>
                </a:cubicBezTo>
                <a:lnTo>
                  <a:pt x="104180" y="48617"/>
                </a:lnTo>
                <a:cubicBezTo>
                  <a:pt x="108021" y="48617"/>
                  <a:pt x="111125" y="51721"/>
                  <a:pt x="111125" y="55563"/>
                </a:cubicBezTo>
                <a:cubicBezTo>
                  <a:pt x="111125" y="59404"/>
                  <a:pt x="108021" y="62508"/>
                  <a:pt x="104180" y="62508"/>
                </a:cubicBezTo>
                <a:lnTo>
                  <a:pt x="20836" y="62508"/>
                </a:lnTo>
                <a:cubicBezTo>
                  <a:pt x="16994" y="62508"/>
                  <a:pt x="13891" y="59404"/>
                  <a:pt x="13891" y="55563"/>
                </a:cubicBezTo>
                <a:close/>
                <a:moveTo>
                  <a:pt x="97234" y="90289"/>
                </a:moveTo>
                <a:cubicBezTo>
                  <a:pt x="97234" y="94131"/>
                  <a:pt x="94131" y="97234"/>
                  <a:pt x="90289" y="97234"/>
                </a:cubicBezTo>
                <a:lnTo>
                  <a:pt x="6945" y="97234"/>
                </a:lnTo>
                <a:cubicBezTo>
                  <a:pt x="3104" y="97234"/>
                  <a:pt x="0" y="94131"/>
                  <a:pt x="0" y="90289"/>
                </a:cubicBezTo>
                <a:cubicBezTo>
                  <a:pt x="0" y="86447"/>
                  <a:pt x="3104" y="83344"/>
                  <a:pt x="6945" y="83344"/>
                </a:cubicBezTo>
                <a:lnTo>
                  <a:pt x="90289" y="83344"/>
                </a:lnTo>
                <a:cubicBezTo>
                  <a:pt x="94131" y="83344"/>
                  <a:pt x="97234" y="86447"/>
                  <a:pt x="97234" y="90289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635750" y="3220641"/>
            <a:ext cx="324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 Streaming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635750" y="3411141"/>
            <a:ext cx="3238500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responses stream token-by-token for natural conversation flow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286500" y="364331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346031" y="3714750"/>
            <a:ext cx="138906" cy="111125"/>
          </a:xfrm>
          <a:custGeom>
            <a:avLst/>
            <a:gdLst/>
            <a:ahLst/>
            <a:cxnLst/>
            <a:rect l="l" t="t" r="r" b="b"/>
            <a:pathLst>
              <a:path w="138906" h="111125">
                <a:moveTo>
                  <a:pt x="115813" y="7054"/>
                </a:moveTo>
                <a:cubicBezTo>
                  <a:pt x="113578" y="5231"/>
                  <a:pt x="110300" y="5578"/>
                  <a:pt x="108477" y="7813"/>
                </a:cubicBezTo>
                <a:cubicBezTo>
                  <a:pt x="106654" y="10049"/>
                  <a:pt x="107001" y="13326"/>
                  <a:pt x="109237" y="15149"/>
                </a:cubicBezTo>
                <a:cubicBezTo>
                  <a:pt x="121000" y="24699"/>
                  <a:pt x="128488" y="39241"/>
                  <a:pt x="128488" y="55563"/>
                </a:cubicBezTo>
                <a:cubicBezTo>
                  <a:pt x="128488" y="71884"/>
                  <a:pt x="121000" y="86426"/>
                  <a:pt x="109237" y="95997"/>
                </a:cubicBezTo>
                <a:cubicBezTo>
                  <a:pt x="107001" y="97820"/>
                  <a:pt x="106676" y="101098"/>
                  <a:pt x="108477" y="103333"/>
                </a:cubicBezTo>
                <a:cubicBezTo>
                  <a:pt x="110279" y="105569"/>
                  <a:pt x="113578" y="105894"/>
                  <a:pt x="115813" y="104093"/>
                </a:cubicBezTo>
                <a:cubicBezTo>
                  <a:pt x="129899" y="92611"/>
                  <a:pt x="138906" y="75140"/>
                  <a:pt x="138906" y="55563"/>
                </a:cubicBezTo>
                <a:cubicBezTo>
                  <a:pt x="138906" y="35985"/>
                  <a:pt x="129899" y="18492"/>
                  <a:pt x="115813" y="7054"/>
                </a:cubicBezTo>
                <a:close/>
                <a:moveTo>
                  <a:pt x="102682" y="23223"/>
                </a:moveTo>
                <a:cubicBezTo>
                  <a:pt x="100447" y="21400"/>
                  <a:pt x="97169" y="21748"/>
                  <a:pt x="95346" y="23983"/>
                </a:cubicBezTo>
                <a:cubicBezTo>
                  <a:pt x="93523" y="26219"/>
                  <a:pt x="93870" y="29496"/>
                  <a:pt x="96106" y="31319"/>
                </a:cubicBezTo>
                <a:cubicBezTo>
                  <a:pt x="103160" y="37049"/>
                  <a:pt x="107652" y="45774"/>
                  <a:pt x="107652" y="55563"/>
                </a:cubicBezTo>
                <a:cubicBezTo>
                  <a:pt x="107652" y="65351"/>
                  <a:pt x="103160" y="74076"/>
                  <a:pt x="96106" y="79828"/>
                </a:cubicBezTo>
                <a:cubicBezTo>
                  <a:pt x="93870" y="81651"/>
                  <a:pt x="93545" y="84928"/>
                  <a:pt x="95346" y="87164"/>
                </a:cubicBezTo>
                <a:cubicBezTo>
                  <a:pt x="97148" y="89399"/>
                  <a:pt x="100447" y="89725"/>
                  <a:pt x="102682" y="87923"/>
                </a:cubicBezTo>
                <a:cubicBezTo>
                  <a:pt x="112058" y="80283"/>
                  <a:pt x="118070" y="68628"/>
                  <a:pt x="118070" y="55584"/>
                </a:cubicBezTo>
                <a:cubicBezTo>
                  <a:pt x="118070" y="42540"/>
                  <a:pt x="112058" y="30885"/>
                  <a:pt x="102682" y="23245"/>
                </a:cubicBezTo>
                <a:close/>
                <a:moveTo>
                  <a:pt x="89551" y="39393"/>
                </a:moveTo>
                <a:cubicBezTo>
                  <a:pt x="87316" y="37570"/>
                  <a:pt x="84038" y="37917"/>
                  <a:pt x="82215" y="40153"/>
                </a:cubicBezTo>
                <a:cubicBezTo>
                  <a:pt x="80392" y="42388"/>
                  <a:pt x="80739" y="45665"/>
                  <a:pt x="82975" y="47489"/>
                </a:cubicBezTo>
                <a:cubicBezTo>
                  <a:pt x="85319" y="49399"/>
                  <a:pt x="86816" y="52307"/>
                  <a:pt x="86816" y="55563"/>
                </a:cubicBezTo>
                <a:cubicBezTo>
                  <a:pt x="86816" y="58818"/>
                  <a:pt x="85319" y="61726"/>
                  <a:pt x="82975" y="63658"/>
                </a:cubicBezTo>
                <a:cubicBezTo>
                  <a:pt x="80739" y="65481"/>
                  <a:pt x="80414" y="68759"/>
                  <a:pt x="82215" y="70994"/>
                </a:cubicBezTo>
                <a:cubicBezTo>
                  <a:pt x="84017" y="73230"/>
                  <a:pt x="87316" y="73555"/>
                  <a:pt x="89551" y="71754"/>
                </a:cubicBezTo>
                <a:cubicBezTo>
                  <a:pt x="94218" y="67912"/>
                  <a:pt x="97234" y="62095"/>
                  <a:pt x="97234" y="55563"/>
                </a:cubicBezTo>
                <a:cubicBezTo>
                  <a:pt x="97234" y="49030"/>
                  <a:pt x="94218" y="43213"/>
                  <a:pt x="89551" y="39393"/>
                </a:cubicBezTo>
                <a:close/>
                <a:moveTo>
                  <a:pt x="17363" y="76398"/>
                </a:moveTo>
                <a:lnTo>
                  <a:pt x="27781" y="76398"/>
                </a:lnTo>
                <a:lnTo>
                  <a:pt x="56886" y="102270"/>
                </a:lnTo>
                <a:cubicBezTo>
                  <a:pt x="58276" y="103507"/>
                  <a:pt x="60055" y="104180"/>
                  <a:pt x="61900" y="104180"/>
                </a:cubicBezTo>
                <a:cubicBezTo>
                  <a:pt x="66067" y="104180"/>
                  <a:pt x="69453" y="100794"/>
                  <a:pt x="69453" y="96627"/>
                </a:cubicBezTo>
                <a:lnTo>
                  <a:pt x="69453" y="14498"/>
                </a:lnTo>
                <a:cubicBezTo>
                  <a:pt x="69453" y="10331"/>
                  <a:pt x="66067" y="6945"/>
                  <a:pt x="61900" y="6945"/>
                </a:cubicBezTo>
                <a:cubicBezTo>
                  <a:pt x="60055" y="6945"/>
                  <a:pt x="58276" y="7618"/>
                  <a:pt x="56886" y="8855"/>
                </a:cubicBezTo>
                <a:lnTo>
                  <a:pt x="27781" y="34727"/>
                </a:lnTo>
                <a:lnTo>
                  <a:pt x="17363" y="34727"/>
                </a:lnTo>
                <a:cubicBezTo>
                  <a:pt x="11612" y="34727"/>
                  <a:pt x="6945" y="39393"/>
                  <a:pt x="6945" y="45145"/>
                </a:cubicBezTo>
                <a:lnTo>
                  <a:pt x="6945" y="65980"/>
                </a:lnTo>
                <a:cubicBezTo>
                  <a:pt x="6945" y="71732"/>
                  <a:pt x="11612" y="76398"/>
                  <a:pt x="17363" y="76398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635750" y="3627438"/>
            <a:ext cx="2738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Text-to-Speech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635750" y="3817938"/>
            <a:ext cx="2730500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response read aloud with convenient mute toggle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286500" y="405010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373813" y="4121547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41672" y="0"/>
                </a:moveTo>
                <a:cubicBezTo>
                  <a:pt x="30169" y="0"/>
                  <a:pt x="20836" y="9333"/>
                  <a:pt x="20836" y="20836"/>
                </a:cubicBezTo>
                <a:lnTo>
                  <a:pt x="20836" y="48617"/>
                </a:lnTo>
                <a:cubicBezTo>
                  <a:pt x="20836" y="60120"/>
                  <a:pt x="30169" y="69453"/>
                  <a:pt x="41672" y="69453"/>
                </a:cubicBezTo>
                <a:cubicBezTo>
                  <a:pt x="53175" y="69453"/>
                  <a:pt x="62508" y="60120"/>
                  <a:pt x="62508" y="48617"/>
                </a:cubicBezTo>
                <a:lnTo>
                  <a:pt x="62508" y="20836"/>
                </a:lnTo>
                <a:cubicBezTo>
                  <a:pt x="62508" y="9333"/>
                  <a:pt x="53175" y="0"/>
                  <a:pt x="41672" y="0"/>
                </a:cubicBezTo>
                <a:close/>
                <a:moveTo>
                  <a:pt x="10418" y="39936"/>
                </a:moveTo>
                <a:cubicBezTo>
                  <a:pt x="10418" y="37049"/>
                  <a:pt x="8096" y="34727"/>
                  <a:pt x="5209" y="34727"/>
                </a:cubicBezTo>
                <a:cubicBezTo>
                  <a:pt x="2322" y="34727"/>
                  <a:pt x="0" y="37049"/>
                  <a:pt x="0" y="39936"/>
                </a:cubicBezTo>
                <a:lnTo>
                  <a:pt x="0" y="48617"/>
                </a:lnTo>
                <a:cubicBezTo>
                  <a:pt x="0" y="69866"/>
                  <a:pt x="15909" y="87402"/>
                  <a:pt x="36463" y="89964"/>
                </a:cubicBezTo>
                <a:lnTo>
                  <a:pt x="36463" y="100707"/>
                </a:lnTo>
                <a:lnTo>
                  <a:pt x="26045" y="100707"/>
                </a:lnTo>
                <a:cubicBezTo>
                  <a:pt x="23158" y="100707"/>
                  <a:pt x="20836" y="103029"/>
                  <a:pt x="20836" y="105916"/>
                </a:cubicBezTo>
                <a:cubicBezTo>
                  <a:pt x="20836" y="108803"/>
                  <a:pt x="23158" y="111125"/>
                  <a:pt x="26045" y="111125"/>
                </a:cubicBezTo>
                <a:lnTo>
                  <a:pt x="57299" y="111125"/>
                </a:lnTo>
                <a:cubicBezTo>
                  <a:pt x="60185" y="111125"/>
                  <a:pt x="62508" y="108803"/>
                  <a:pt x="62508" y="105916"/>
                </a:cubicBezTo>
                <a:cubicBezTo>
                  <a:pt x="62508" y="103029"/>
                  <a:pt x="60185" y="100707"/>
                  <a:pt x="57299" y="100707"/>
                </a:cubicBezTo>
                <a:lnTo>
                  <a:pt x="46881" y="100707"/>
                </a:lnTo>
                <a:lnTo>
                  <a:pt x="46881" y="89964"/>
                </a:lnTo>
                <a:cubicBezTo>
                  <a:pt x="67435" y="87402"/>
                  <a:pt x="83344" y="69866"/>
                  <a:pt x="83344" y="48617"/>
                </a:cubicBezTo>
                <a:lnTo>
                  <a:pt x="83344" y="39936"/>
                </a:lnTo>
                <a:cubicBezTo>
                  <a:pt x="83344" y="37049"/>
                  <a:pt x="81021" y="34727"/>
                  <a:pt x="78135" y="34727"/>
                </a:cubicBezTo>
                <a:cubicBezTo>
                  <a:pt x="75248" y="34727"/>
                  <a:pt x="72926" y="37049"/>
                  <a:pt x="72926" y="39936"/>
                </a:cubicBezTo>
                <a:lnTo>
                  <a:pt x="72926" y="48617"/>
                </a:lnTo>
                <a:cubicBezTo>
                  <a:pt x="72926" y="65872"/>
                  <a:pt x="58927" y="79871"/>
                  <a:pt x="41672" y="79871"/>
                </a:cubicBezTo>
                <a:cubicBezTo>
                  <a:pt x="24417" y="79871"/>
                  <a:pt x="10418" y="65872"/>
                  <a:pt x="10418" y="48617"/>
                </a:cubicBezTo>
                <a:lnTo>
                  <a:pt x="10418" y="39936"/>
                </a:ln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635750" y="4034234"/>
            <a:ext cx="2309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Input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635750" y="4224734"/>
            <a:ext cx="2301875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Tap mic button for hands-free voice responses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7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Versatility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609600"/>
            <a:ext cx="3676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Additional Input Modes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219200"/>
            <a:ext cx="5619750" cy="2600325"/>
          </a:xfrm>
          <a:custGeom>
            <a:avLst/>
            <a:gdLst/>
            <a:ahLst/>
            <a:cxnLst/>
            <a:rect l="l" t="t" r="r" b="b"/>
            <a:pathLst>
              <a:path w="5619750" h="2600325">
                <a:moveTo>
                  <a:pt x="38100" y="0"/>
                </a:moveTo>
                <a:lnTo>
                  <a:pt x="5467345" y="0"/>
                </a:lnTo>
                <a:cubicBezTo>
                  <a:pt x="5551516" y="0"/>
                  <a:pt x="5619750" y="68234"/>
                  <a:pt x="5619750" y="152405"/>
                </a:cubicBezTo>
                <a:lnTo>
                  <a:pt x="5619750" y="2447920"/>
                </a:lnTo>
                <a:cubicBezTo>
                  <a:pt x="5619750" y="2532091"/>
                  <a:pt x="5551516" y="2600325"/>
                  <a:pt x="5467345" y="2600325"/>
                </a:cubicBezTo>
                <a:lnTo>
                  <a:pt x="38100" y="2600325"/>
                </a:lnTo>
                <a:cubicBezTo>
                  <a:pt x="17072" y="2600325"/>
                  <a:pt x="0" y="2583253"/>
                  <a:pt x="0" y="2562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0050" y="1219200"/>
            <a:ext cx="38100" cy="2600325"/>
          </a:xfrm>
          <a:custGeom>
            <a:avLst/>
            <a:gdLst/>
            <a:ahLst/>
            <a:cxnLst/>
            <a:rect l="l" t="t" r="r" b="b"/>
            <a:pathLst>
              <a:path w="38100" h="2600325">
                <a:moveTo>
                  <a:pt x="38100" y="0"/>
                </a:moveTo>
                <a:lnTo>
                  <a:pt x="38100" y="0"/>
                </a:lnTo>
                <a:lnTo>
                  <a:pt x="38100" y="2600325"/>
                </a:lnTo>
                <a:lnTo>
                  <a:pt x="38100" y="2600325"/>
                </a:lnTo>
                <a:cubicBezTo>
                  <a:pt x="17072" y="2600325"/>
                  <a:pt x="0" y="2583253"/>
                  <a:pt x="0" y="2562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1500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2944" y="15049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90500" y="166688"/>
                </a:lnTo>
                <a:cubicBezTo>
                  <a:pt x="203634" y="166688"/>
                  <a:pt x="214313" y="156009"/>
                  <a:pt x="214313" y="142875"/>
                </a:cubicBezTo>
                <a:lnTo>
                  <a:pt x="214313" y="47625"/>
                </a:lnTo>
                <a:cubicBezTo>
                  <a:pt x="214313" y="34491"/>
                  <a:pt x="203634" y="23812"/>
                  <a:pt x="190500" y="23812"/>
                </a:cubicBezTo>
                <a:lnTo>
                  <a:pt x="23812" y="23812"/>
                </a:lnTo>
                <a:close/>
                <a:moveTo>
                  <a:pt x="29766" y="47625"/>
                </a:moveTo>
                <a:lnTo>
                  <a:pt x="41672" y="47625"/>
                </a:lnTo>
                <a:cubicBezTo>
                  <a:pt x="44946" y="47625"/>
                  <a:pt x="47625" y="50304"/>
                  <a:pt x="47625" y="53578"/>
                </a:cubicBezTo>
                <a:lnTo>
                  <a:pt x="47625" y="65484"/>
                </a:lnTo>
                <a:cubicBezTo>
                  <a:pt x="47625" y="68759"/>
                  <a:pt x="44946" y="71438"/>
                  <a:pt x="41672" y="71438"/>
                </a:cubicBezTo>
                <a:lnTo>
                  <a:pt x="29766" y="71438"/>
                </a:lnTo>
                <a:cubicBezTo>
                  <a:pt x="26491" y="71438"/>
                  <a:pt x="23812" y="68759"/>
                  <a:pt x="23812" y="65484"/>
                </a:cubicBezTo>
                <a:lnTo>
                  <a:pt x="23812" y="53578"/>
                </a:lnTo>
                <a:cubicBezTo>
                  <a:pt x="23812" y="50304"/>
                  <a:pt x="26491" y="47625"/>
                  <a:pt x="29766" y="47625"/>
                </a:cubicBezTo>
                <a:close/>
                <a:moveTo>
                  <a:pt x="23812" y="89297"/>
                </a:moveTo>
                <a:cubicBezTo>
                  <a:pt x="23812" y="86023"/>
                  <a:pt x="26491" y="83344"/>
                  <a:pt x="29766" y="83344"/>
                </a:cubicBezTo>
                <a:lnTo>
                  <a:pt x="41672" y="83344"/>
                </a:lnTo>
                <a:cubicBezTo>
                  <a:pt x="44946" y="83344"/>
                  <a:pt x="47625" y="86023"/>
                  <a:pt x="47625" y="89297"/>
                </a:cubicBezTo>
                <a:lnTo>
                  <a:pt x="47625" y="101203"/>
                </a:lnTo>
                <a:cubicBezTo>
                  <a:pt x="47625" y="104477"/>
                  <a:pt x="44946" y="107156"/>
                  <a:pt x="41672" y="107156"/>
                </a:cubicBezTo>
                <a:lnTo>
                  <a:pt x="29766" y="107156"/>
                </a:lnTo>
                <a:cubicBezTo>
                  <a:pt x="26491" y="107156"/>
                  <a:pt x="23812" y="104477"/>
                  <a:pt x="23812" y="101203"/>
                </a:cubicBezTo>
                <a:lnTo>
                  <a:pt x="23812" y="89297"/>
                </a:lnTo>
                <a:close/>
                <a:moveTo>
                  <a:pt x="65484" y="47625"/>
                </a:moveTo>
                <a:lnTo>
                  <a:pt x="77391" y="47625"/>
                </a:lnTo>
                <a:cubicBezTo>
                  <a:pt x="80665" y="47625"/>
                  <a:pt x="83344" y="50304"/>
                  <a:pt x="83344" y="53578"/>
                </a:cubicBezTo>
                <a:lnTo>
                  <a:pt x="83344" y="65484"/>
                </a:lnTo>
                <a:cubicBezTo>
                  <a:pt x="83344" y="68759"/>
                  <a:pt x="80665" y="71438"/>
                  <a:pt x="77391" y="71438"/>
                </a:cubicBezTo>
                <a:lnTo>
                  <a:pt x="65484" y="71438"/>
                </a:lnTo>
                <a:cubicBezTo>
                  <a:pt x="62210" y="71438"/>
                  <a:pt x="59531" y="68759"/>
                  <a:pt x="59531" y="65484"/>
                </a:cubicBezTo>
                <a:lnTo>
                  <a:pt x="59531" y="53578"/>
                </a:lnTo>
                <a:cubicBezTo>
                  <a:pt x="59531" y="50304"/>
                  <a:pt x="62210" y="47625"/>
                  <a:pt x="65484" y="47625"/>
                </a:cubicBezTo>
                <a:close/>
                <a:moveTo>
                  <a:pt x="59531" y="89297"/>
                </a:moveTo>
                <a:cubicBezTo>
                  <a:pt x="59531" y="86023"/>
                  <a:pt x="62210" y="83344"/>
                  <a:pt x="65484" y="83344"/>
                </a:cubicBezTo>
                <a:lnTo>
                  <a:pt x="77391" y="83344"/>
                </a:lnTo>
                <a:cubicBezTo>
                  <a:pt x="80665" y="83344"/>
                  <a:pt x="83344" y="86023"/>
                  <a:pt x="83344" y="89297"/>
                </a:cubicBezTo>
                <a:lnTo>
                  <a:pt x="83344" y="101203"/>
                </a:lnTo>
                <a:cubicBezTo>
                  <a:pt x="83344" y="104477"/>
                  <a:pt x="80665" y="107156"/>
                  <a:pt x="77391" y="107156"/>
                </a:cubicBezTo>
                <a:lnTo>
                  <a:pt x="65484" y="107156"/>
                </a:lnTo>
                <a:cubicBezTo>
                  <a:pt x="62210" y="107156"/>
                  <a:pt x="59531" y="104477"/>
                  <a:pt x="59531" y="101203"/>
                </a:cubicBezTo>
                <a:lnTo>
                  <a:pt x="59531" y="89297"/>
                </a:lnTo>
                <a:close/>
                <a:moveTo>
                  <a:pt x="65484" y="119063"/>
                </a:moveTo>
                <a:lnTo>
                  <a:pt x="148828" y="119063"/>
                </a:lnTo>
                <a:cubicBezTo>
                  <a:pt x="152102" y="119063"/>
                  <a:pt x="154781" y="121741"/>
                  <a:pt x="154781" y="125016"/>
                </a:cubicBezTo>
                <a:lnTo>
                  <a:pt x="154781" y="136922"/>
                </a:lnTo>
                <a:cubicBezTo>
                  <a:pt x="154781" y="140196"/>
                  <a:pt x="152102" y="142875"/>
                  <a:pt x="148828" y="142875"/>
                </a:cubicBezTo>
                <a:lnTo>
                  <a:pt x="65484" y="142875"/>
                </a:lnTo>
                <a:cubicBezTo>
                  <a:pt x="62210" y="142875"/>
                  <a:pt x="59531" y="140196"/>
                  <a:pt x="59531" y="136922"/>
                </a:cubicBezTo>
                <a:lnTo>
                  <a:pt x="59531" y="125016"/>
                </a:lnTo>
                <a:cubicBezTo>
                  <a:pt x="59531" y="121741"/>
                  <a:pt x="62210" y="119063"/>
                  <a:pt x="65484" y="119063"/>
                </a:cubicBezTo>
                <a:close/>
                <a:moveTo>
                  <a:pt x="95250" y="53578"/>
                </a:moveTo>
                <a:cubicBezTo>
                  <a:pt x="95250" y="50304"/>
                  <a:pt x="97929" y="47625"/>
                  <a:pt x="101203" y="47625"/>
                </a:cubicBezTo>
                <a:lnTo>
                  <a:pt x="113109" y="47625"/>
                </a:lnTo>
                <a:cubicBezTo>
                  <a:pt x="116384" y="47625"/>
                  <a:pt x="119063" y="50304"/>
                  <a:pt x="119063" y="53578"/>
                </a:cubicBezTo>
                <a:lnTo>
                  <a:pt x="119063" y="65484"/>
                </a:lnTo>
                <a:cubicBezTo>
                  <a:pt x="119063" y="68759"/>
                  <a:pt x="116384" y="71438"/>
                  <a:pt x="113109" y="71438"/>
                </a:cubicBezTo>
                <a:lnTo>
                  <a:pt x="101203" y="71438"/>
                </a:lnTo>
                <a:cubicBezTo>
                  <a:pt x="97929" y="71438"/>
                  <a:pt x="95250" y="68759"/>
                  <a:pt x="95250" y="65484"/>
                </a:cubicBezTo>
                <a:lnTo>
                  <a:pt x="95250" y="53578"/>
                </a:lnTo>
                <a:close/>
                <a:moveTo>
                  <a:pt x="101203" y="83344"/>
                </a:moveTo>
                <a:lnTo>
                  <a:pt x="113109" y="83344"/>
                </a:lnTo>
                <a:cubicBezTo>
                  <a:pt x="116384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16384" y="107156"/>
                  <a:pt x="113109" y="107156"/>
                </a:cubicBezTo>
                <a:lnTo>
                  <a:pt x="101203" y="107156"/>
                </a:lnTo>
                <a:cubicBezTo>
                  <a:pt x="97929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7929" y="83344"/>
                  <a:pt x="101203" y="83344"/>
                </a:cubicBezTo>
                <a:close/>
                <a:moveTo>
                  <a:pt x="130969" y="53578"/>
                </a:moveTo>
                <a:cubicBezTo>
                  <a:pt x="130969" y="50304"/>
                  <a:pt x="133648" y="47625"/>
                  <a:pt x="136922" y="47625"/>
                </a:cubicBezTo>
                <a:lnTo>
                  <a:pt x="148828" y="47625"/>
                </a:lnTo>
                <a:cubicBezTo>
                  <a:pt x="152102" y="47625"/>
                  <a:pt x="154781" y="50304"/>
                  <a:pt x="154781" y="53578"/>
                </a:cubicBezTo>
                <a:lnTo>
                  <a:pt x="154781" y="65484"/>
                </a:lnTo>
                <a:cubicBezTo>
                  <a:pt x="154781" y="68759"/>
                  <a:pt x="152102" y="71438"/>
                  <a:pt x="148828" y="71438"/>
                </a:cubicBezTo>
                <a:lnTo>
                  <a:pt x="136922" y="71438"/>
                </a:lnTo>
                <a:cubicBezTo>
                  <a:pt x="133648" y="71438"/>
                  <a:pt x="130969" y="68759"/>
                  <a:pt x="130969" y="65484"/>
                </a:cubicBezTo>
                <a:lnTo>
                  <a:pt x="130969" y="53578"/>
                </a:lnTo>
                <a:close/>
                <a:moveTo>
                  <a:pt x="136922" y="83344"/>
                </a:moveTo>
                <a:lnTo>
                  <a:pt x="148828" y="83344"/>
                </a:lnTo>
                <a:cubicBezTo>
                  <a:pt x="152102" y="83344"/>
                  <a:pt x="154781" y="86023"/>
                  <a:pt x="154781" y="89297"/>
                </a:cubicBezTo>
                <a:lnTo>
                  <a:pt x="154781" y="101203"/>
                </a:lnTo>
                <a:cubicBezTo>
                  <a:pt x="154781" y="104477"/>
                  <a:pt x="152102" y="107156"/>
                  <a:pt x="148828" y="107156"/>
                </a:cubicBezTo>
                <a:lnTo>
                  <a:pt x="136922" y="107156"/>
                </a:lnTo>
                <a:cubicBezTo>
                  <a:pt x="133648" y="107156"/>
                  <a:pt x="130969" y="104477"/>
                  <a:pt x="130969" y="101203"/>
                </a:cubicBezTo>
                <a:lnTo>
                  <a:pt x="130969" y="89297"/>
                </a:lnTo>
                <a:cubicBezTo>
                  <a:pt x="130969" y="86023"/>
                  <a:pt x="133648" y="83344"/>
                  <a:pt x="136922" y="83344"/>
                </a:cubicBezTo>
                <a:close/>
                <a:moveTo>
                  <a:pt x="166688" y="53578"/>
                </a:moveTo>
                <a:cubicBezTo>
                  <a:pt x="166688" y="50304"/>
                  <a:pt x="169366" y="47625"/>
                  <a:pt x="172641" y="47625"/>
                </a:cubicBezTo>
                <a:lnTo>
                  <a:pt x="184547" y="47625"/>
                </a:lnTo>
                <a:cubicBezTo>
                  <a:pt x="187821" y="47625"/>
                  <a:pt x="190500" y="50304"/>
                  <a:pt x="190500" y="53578"/>
                </a:cubicBezTo>
                <a:lnTo>
                  <a:pt x="190500" y="65484"/>
                </a:lnTo>
                <a:cubicBezTo>
                  <a:pt x="190500" y="68759"/>
                  <a:pt x="187821" y="71438"/>
                  <a:pt x="184547" y="71438"/>
                </a:cubicBezTo>
                <a:lnTo>
                  <a:pt x="172641" y="71438"/>
                </a:lnTo>
                <a:cubicBezTo>
                  <a:pt x="169366" y="71438"/>
                  <a:pt x="166688" y="68759"/>
                  <a:pt x="166688" y="65484"/>
                </a:cubicBezTo>
                <a:lnTo>
                  <a:pt x="166688" y="53578"/>
                </a:lnTo>
                <a:close/>
                <a:moveTo>
                  <a:pt x="172641" y="83344"/>
                </a:moveTo>
                <a:lnTo>
                  <a:pt x="184547" y="83344"/>
                </a:lnTo>
                <a:cubicBezTo>
                  <a:pt x="187821" y="83344"/>
                  <a:pt x="190500" y="86023"/>
                  <a:pt x="190500" y="89297"/>
                </a:cubicBezTo>
                <a:lnTo>
                  <a:pt x="190500" y="101203"/>
                </a:lnTo>
                <a:cubicBezTo>
                  <a:pt x="190500" y="104477"/>
                  <a:pt x="187821" y="107156"/>
                  <a:pt x="184547" y="107156"/>
                </a:cubicBezTo>
                <a:lnTo>
                  <a:pt x="172641" y="107156"/>
                </a:lnTo>
                <a:cubicBezTo>
                  <a:pt x="169366" y="107156"/>
                  <a:pt x="166688" y="104477"/>
                  <a:pt x="166688" y="101203"/>
                </a:cubicBezTo>
                <a:lnTo>
                  <a:pt x="166688" y="89297"/>
                </a:lnTo>
                <a:cubicBezTo>
                  <a:pt x="166688" y="86023"/>
                  <a:pt x="169366" y="83344"/>
                  <a:pt x="172641" y="83344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1371600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Mode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638300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7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Paste &amp; Parse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198120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Paste clinical notes, referral letters, or any freeform text. The LLM extracts all relevant fields in one shot.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2590800"/>
            <a:ext cx="5295900" cy="723900"/>
          </a:xfrm>
          <a:custGeom>
            <a:avLst/>
            <a:gdLst/>
            <a:ahLst/>
            <a:cxnLst/>
            <a:rect l="l" t="t" r="r" b="b"/>
            <a:pathLst>
              <a:path w="5295900" h="723900">
                <a:moveTo>
                  <a:pt x="114297" y="0"/>
                </a:moveTo>
                <a:lnTo>
                  <a:pt x="5181603" y="0"/>
                </a:lnTo>
                <a:cubicBezTo>
                  <a:pt x="5244728" y="0"/>
                  <a:pt x="5295900" y="51172"/>
                  <a:pt x="5295900" y="114297"/>
                </a:cubicBezTo>
                <a:lnTo>
                  <a:pt x="5295900" y="609603"/>
                </a:lnTo>
                <a:cubicBezTo>
                  <a:pt x="5295900" y="672728"/>
                  <a:pt x="5244728" y="723900"/>
                  <a:pt x="51816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705100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Supported Content: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2971800"/>
            <a:ext cx="828675" cy="228600"/>
          </a:xfrm>
          <a:custGeom>
            <a:avLst/>
            <a:gdLst/>
            <a:ahLst/>
            <a:cxnLst/>
            <a:rect l="l" t="t" r="r" b="b"/>
            <a:pathLst>
              <a:path w="828675" h="228600">
                <a:moveTo>
                  <a:pt x="114300" y="0"/>
                </a:moveTo>
                <a:lnTo>
                  <a:pt x="714375" y="0"/>
                </a:lnTo>
                <a:cubicBezTo>
                  <a:pt x="777459" y="0"/>
                  <a:pt x="828675" y="51216"/>
                  <a:pt x="828675" y="114300"/>
                </a:cubicBezTo>
                <a:lnTo>
                  <a:pt x="828675" y="114300"/>
                </a:lnTo>
                <a:cubicBezTo>
                  <a:pt x="828675" y="177384"/>
                  <a:pt x="777459" y="228600"/>
                  <a:pt x="71437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2971800"/>
            <a:ext cx="8858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Clinical Notes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588145" y="2971800"/>
            <a:ext cx="590550" cy="228600"/>
          </a:xfrm>
          <a:custGeom>
            <a:avLst/>
            <a:gdLst/>
            <a:ahLst/>
            <a:cxnLst/>
            <a:rect l="l" t="t" r="r" b="b"/>
            <a:pathLst>
              <a:path w="590550" h="228600">
                <a:moveTo>
                  <a:pt x="114300" y="0"/>
                </a:moveTo>
                <a:lnTo>
                  <a:pt x="476250" y="0"/>
                </a:lnTo>
                <a:cubicBezTo>
                  <a:pt x="539334" y="0"/>
                  <a:pt x="590550" y="51216"/>
                  <a:pt x="590550" y="114300"/>
                </a:cubicBezTo>
                <a:lnTo>
                  <a:pt x="590550" y="114300"/>
                </a:lnTo>
                <a:cubicBezTo>
                  <a:pt x="590550" y="177384"/>
                  <a:pt x="539334" y="228600"/>
                  <a:pt x="47625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88145" y="2971800"/>
            <a:ext cx="6477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Referrals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253183" y="2971800"/>
            <a:ext cx="847725" cy="228600"/>
          </a:xfrm>
          <a:custGeom>
            <a:avLst/>
            <a:gdLst/>
            <a:ahLst/>
            <a:cxnLst/>
            <a:rect l="l" t="t" r="r" b="b"/>
            <a:pathLst>
              <a:path w="847725" h="228600">
                <a:moveTo>
                  <a:pt x="114300" y="0"/>
                </a:moveTo>
                <a:lnTo>
                  <a:pt x="733425" y="0"/>
                </a:lnTo>
                <a:cubicBezTo>
                  <a:pt x="796509" y="0"/>
                  <a:pt x="847725" y="51216"/>
                  <a:pt x="847725" y="114300"/>
                </a:cubicBezTo>
                <a:lnTo>
                  <a:pt x="847725" y="114300"/>
                </a:lnTo>
                <a:cubicBezTo>
                  <a:pt x="847725" y="177384"/>
                  <a:pt x="796509" y="228600"/>
                  <a:pt x="733425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53183" y="2971800"/>
            <a:ext cx="9048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Freeform Text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3971925"/>
            <a:ext cx="5619750" cy="2600325"/>
          </a:xfrm>
          <a:custGeom>
            <a:avLst/>
            <a:gdLst/>
            <a:ahLst/>
            <a:cxnLst/>
            <a:rect l="l" t="t" r="r" b="b"/>
            <a:pathLst>
              <a:path w="5619750" h="2600325">
                <a:moveTo>
                  <a:pt x="38100" y="0"/>
                </a:moveTo>
                <a:lnTo>
                  <a:pt x="5467345" y="0"/>
                </a:lnTo>
                <a:cubicBezTo>
                  <a:pt x="5551516" y="0"/>
                  <a:pt x="5619750" y="68234"/>
                  <a:pt x="5619750" y="152405"/>
                </a:cubicBezTo>
                <a:lnTo>
                  <a:pt x="5619750" y="2447920"/>
                </a:lnTo>
                <a:cubicBezTo>
                  <a:pt x="5619750" y="2532091"/>
                  <a:pt x="5551516" y="2600325"/>
                  <a:pt x="5467345" y="2600325"/>
                </a:cubicBezTo>
                <a:lnTo>
                  <a:pt x="38100" y="2600325"/>
                </a:lnTo>
                <a:cubicBezTo>
                  <a:pt x="17072" y="2600325"/>
                  <a:pt x="0" y="2583253"/>
                  <a:pt x="0" y="2562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00050" y="3971925"/>
            <a:ext cx="38100" cy="2600325"/>
          </a:xfrm>
          <a:custGeom>
            <a:avLst/>
            <a:gdLst/>
            <a:ahLst/>
            <a:cxnLst/>
            <a:rect l="l" t="t" r="r" b="b"/>
            <a:pathLst>
              <a:path w="38100" h="2600325">
                <a:moveTo>
                  <a:pt x="38100" y="0"/>
                </a:moveTo>
                <a:lnTo>
                  <a:pt x="38100" y="0"/>
                </a:lnTo>
                <a:lnTo>
                  <a:pt x="38100" y="2600325"/>
                </a:lnTo>
                <a:lnTo>
                  <a:pt x="38100" y="2600325"/>
                </a:lnTo>
                <a:cubicBezTo>
                  <a:pt x="17072" y="2600325"/>
                  <a:pt x="0" y="2583253"/>
                  <a:pt x="0" y="25622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71500" y="4124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4850" y="4257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5476" y="24110"/>
                </a:moveTo>
                <a:lnTo>
                  <a:pt x="51606" y="35719"/>
                </a:lnTo>
                <a:lnTo>
                  <a:pt x="23812" y="35719"/>
                </a:lnTo>
                <a:cubicBezTo>
                  <a:pt x="10678" y="35719"/>
                  <a:pt x="0" y="46397"/>
                  <a:pt x="0" y="59531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66688" y="178594"/>
                </a:lnTo>
                <a:cubicBezTo>
                  <a:pt x="179822" y="178594"/>
                  <a:pt x="190500" y="167915"/>
                  <a:pt x="190500" y="154781"/>
                </a:cubicBezTo>
                <a:lnTo>
                  <a:pt x="190500" y="59531"/>
                </a:lnTo>
                <a:cubicBezTo>
                  <a:pt x="190500" y="46397"/>
                  <a:pt x="179822" y="35719"/>
                  <a:pt x="166688" y="35719"/>
                </a:cubicBezTo>
                <a:lnTo>
                  <a:pt x="138894" y="35719"/>
                </a:lnTo>
                <a:lnTo>
                  <a:pt x="135024" y="24110"/>
                </a:lnTo>
                <a:cubicBezTo>
                  <a:pt x="132606" y="16818"/>
                  <a:pt x="125797" y="11906"/>
                  <a:pt x="118095" y="11906"/>
                </a:cubicBezTo>
                <a:lnTo>
                  <a:pt x="72405" y="11906"/>
                </a:lnTo>
                <a:cubicBezTo>
                  <a:pt x="64703" y="11906"/>
                  <a:pt x="57894" y="16818"/>
                  <a:pt x="55476" y="24110"/>
                </a:cubicBezTo>
                <a:close/>
                <a:moveTo>
                  <a:pt x="95250" y="71438"/>
                </a:moveTo>
                <a:cubicBezTo>
                  <a:pt x="114964" y="71438"/>
                  <a:pt x="130969" y="87443"/>
                  <a:pt x="130969" y="107156"/>
                </a:cubicBezTo>
                <a:cubicBezTo>
                  <a:pt x="130969" y="126870"/>
                  <a:pt x="114964" y="142875"/>
                  <a:pt x="95250" y="142875"/>
                </a:cubicBezTo>
                <a:cubicBezTo>
                  <a:pt x="75536" y="142875"/>
                  <a:pt x="59531" y="126870"/>
                  <a:pt x="59531" y="107156"/>
                </a:cubicBezTo>
                <a:cubicBezTo>
                  <a:pt x="59531" y="87443"/>
                  <a:pt x="75536" y="71438"/>
                  <a:pt x="95250" y="71438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43000" y="4124325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Camera Mode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4391025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Snap a Document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1500" y="4733925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 your phone camera at prescriptions, lab reports, or handwritten notes. Vision AI extracts structured data.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1500" y="5343525"/>
            <a:ext cx="5295900" cy="723900"/>
          </a:xfrm>
          <a:custGeom>
            <a:avLst/>
            <a:gdLst/>
            <a:ahLst/>
            <a:cxnLst/>
            <a:rect l="l" t="t" r="r" b="b"/>
            <a:pathLst>
              <a:path w="5295900" h="723900">
                <a:moveTo>
                  <a:pt x="114297" y="0"/>
                </a:moveTo>
                <a:lnTo>
                  <a:pt x="5181603" y="0"/>
                </a:lnTo>
                <a:cubicBezTo>
                  <a:pt x="5244728" y="0"/>
                  <a:pt x="5295900" y="51172"/>
                  <a:pt x="5295900" y="114297"/>
                </a:cubicBezTo>
                <a:lnTo>
                  <a:pt x="5295900" y="609603"/>
                </a:lnTo>
                <a:cubicBezTo>
                  <a:pt x="5295900" y="672728"/>
                  <a:pt x="5244728" y="723900"/>
                  <a:pt x="51816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5457825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Vision Model: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4850" y="5762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52500" y="5724525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Gemini 2.5 Pro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1250" y="1219200"/>
            <a:ext cx="5619750" cy="2952750"/>
          </a:xfrm>
          <a:custGeom>
            <a:avLst/>
            <a:gdLst/>
            <a:ahLst/>
            <a:cxnLst/>
            <a:rect l="l" t="t" r="r" b="b"/>
            <a:pathLst>
              <a:path w="5619750" h="2952750">
                <a:moveTo>
                  <a:pt x="38100" y="0"/>
                </a:moveTo>
                <a:lnTo>
                  <a:pt x="5467359" y="0"/>
                </a:lnTo>
                <a:cubicBezTo>
                  <a:pt x="5551466" y="0"/>
                  <a:pt x="5619750" y="68284"/>
                  <a:pt x="5619750" y="152391"/>
                </a:cubicBezTo>
                <a:lnTo>
                  <a:pt x="5619750" y="2800359"/>
                </a:lnTo>
                <a:cubicBezTo>
                  <a:pt x="5619750" y="2884466"/>
                  <a:pt x="5551466" y="2952750"/>
                  <a:pt x="5467359" y="2952750"/>
                </a:cubicBezTo>
                <a:lnTo>
                  <a:pt x="38100" y="2952750"/>
                </a:lnTo>
                <a:cubicBezTo>
                  <a:pt x="17072" y="2952750"/>
                  <a:pt x="0" y="2935678"/>
                  <a:pt x="0" y="2914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91250" y="1219200"/>
            <a:ext cx="38100" cy="2952750"/>
          </a:xfrm>
          <a:custGeom>
            <a:avLst/>
            <a:gdLst/>
            <a:ahLst/>
            <a:cxnLst/>
            <a:rect l="l" t="t" r="r" b="b"/>
            <a:pathLst>
              <a:path w="38100" h="2952750">
                <a:moveTo>
                  <a:pt x="38100" y="0"/>
                </a:moveTo>
                <a:lnTo>
                  <a:pt x="38100" y="0"/>
                </a:lnTo>
                <a:lnTo>
                  <a:pt x="38100" y="2952750"/>
                </a:lnTo>
                <a:lnTo>
                  <a:pt x="38100" y="2952750"/>
                </a:lnTo>
                <a:cubicBezTo>
                  <a:pt x="17072" y="2952750"/>
                  <a:pt x="0" y="2935678"/>
                  <a:pt x="0" y="2914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362700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7C8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84144" y="15049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53578" y="178594"/>
                </a:moveTo>
                <a:cubicBezTo>
                  <a:pt x="23999" y="178594"/>
                  <a:pt x="0" y="154595"/>
                  <a:pt x="0" y="125016"/>
                </a:cubicBezTo>
                <a:cubicBezTo>
                  <a:pt x="0" y="101426"/>
                  <a:pt x="15255" y="81409"/>
                  <a:pt x="36426" y="74228"/>
                </a:cubicBezTo>
                <a:cubicBezTo>
                  <a:pt x="35942" y="71363"/>
                  <a:pt x="35719" y="68461"/>
                  <a:pt x="35719" y="65484"/>
                </a:cubicBezTo>
                <a:cubicBezTo>
                  <a:pt x="35719" y="35905"/>
                  <a:pt x="59717" y="11906"/>
                  <a:pt x="89297" y="11906"/>
                </a:cubicBezTo>
                <a:cubicBezTo>
                  <a:pt x="109910" y="11906"/>
                  <a:pt x="127806" y="23552"/>
                  <a:pt x="136773" y="40593"/>
                </a:cubicBezTo>
                <a:cubicBezTo>
                  <a:pt x="142056" y="37505"/>
                  <a:pt x="148233" y="35719"/>
                  <a:pt x="154781" y="35719"/>
                </a:cubicBezTo>
                <a:cubicBezTo>
                  <a:pt x="174501" y="35719"/>
                  <a:pt x="190500" y="51718"/>
                  <a:pt x="190500" y="71438"/>
                </a:cubicBezTo>
                <a:cubicBezTo>
                  <a:pt x="190500" y="77279"/>
                  <a:pt x="189086" y="82823"/>
                  <a:pt x="186593" y="87697"/>
                </a:cubicBezTo>
                <a:cubicBezTo>
                  <a:pt x="202964" y="95250"/>
                  <a:pt x="214313" y="111770"/>
                  <a:pt x="214313" y="130969"/>
                </a:cubicBezTo>
                <a:cubicBezTo>
                  <a:pt x="214313" y="157274"/>
                  <a:pt x="192993" y="178594"/>
                  <a:pt x="166688" y="178594"/>
                </a:cubicBezTo>
                <a:lnTo>
                  <a:pt x="53578" y="178594"/>
                </a:lnTo>
                <a:close/>
                <a:moveTo>
                  <a:pt x="113481" y="71065"/>
                </a:moveTo>
                <a:cubicBezTo>
                  <a:pt x="109984" y="67568"/>
                  <a:pt x="104329" y="67568"/>
                  <a:pt x="100868" y="71065"/>
                </a:cubicBezTo>
                <a:lnTo>
                  <a:pt x="74079" y="97854"/>
                </a:lnTo>
                <a:cubicBezTo>
                  <a:pt x="70582" y="101352"/>
                  <a:pt x="70582" y="107007"/>
                  <a:pt x="74079" y="110468"/>
                </a:cubicBezTo>
                <a:cubicBezTo>
                  <a:pt x="77577" y="113928"/>
                  <a:pt x="83232" y="113965"/>
                  <a:pt x="86692" y="110468"/>
                </a:cubicBezTo>
                <a:lnTo>
                  <a:pt x="98227" y="98933"/>
                </a:lnTo>
                <a:lnTo>
                  <a:pt x="98227" y="136922"/>
                </a:lnTo>
                <a:cubicBezTo>
                  <a:pt x="98227" y="141870"/>
                  <a:pt x="102208" y="145852"/>
                  <a:pt x="107156" y="145852"/>
                </a:cubicBezTo>
                <a:cubicBezTo>
                  <a:pt x="112105" y="145852"/>
                  <a:pt x="116086" y="141870"/>
                  <a:pt x="116086" y="136922"/>
                </a:cubicBezTo>
                <a:lnTo>
                  <a:pt x="116086" y="98933"/>
                </a:lnTo>
                <a:lnTo>
                  <a:pt x="127620" y="110468"/>
                </a:lnTo>
                <a:cubicBezTo>
                  <a:pt x="131118" y="113965"/>
                  <a:pt x="136773" y="113965"/>
                  <a:pt x="140233" y="110468"/>
                </a:cubicBezTo>
                <a:cubicBezTo>
                  <a:pt x="143694" y="106970"/>
                  <a:pt x="143731" y="101315"/>
                  <a:pt x="140233" y="97854"/>
                </a:cubicBezTo>
                <a:lnTo>
                  <a:pt x="113444" y="71065"/>
                </a:ln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34200" y="1371600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 Mode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34200" y="1638300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7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 &amp; Drop Files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62700" y="198120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 and drop or browse for files. Supports multiple formats for maximum flexibility.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62700" y="2590800"/>
            <a:ext cx="5295900" cy="1428750"/>
          </a:xfrm>
          <a:custGeom>
            <a:avLst/>
            <a:gdLst/>
            <a:ahLst/>
            <a:cxnLst/>
            <a:rect l="l" t="t" r="r" b="b"/>
            <a:pathLst>
              <a:path w="5295900" h="1428750">
                <a:moveTo>
                  <a:pt x="114300" y="0"/>
                </a:moveTo>
                <a:lnTo>
                  <a:pt x="5181600" y="0"/>
                </a:lnTo>
                <a:cubicBezTo>
                  <a:pt x="5244684" y="0"/>
                  <a:pt x="5295900" y="51216"/>
                  <a:pt x="5295900" y="114300"/>
                </a:cubicBezTo>
                <a:lnTo>
                  <a:pt x="5295900" y="1314450"/>
                </a:lnTo>
                <a:cubicBezTo>
                  <a:pt x="5295900" y="1377534"/>
                  <a:pt x="5244684" y="1428750"/>
                  <a:pt x="5181600" y="1428750"/>
                </a:cubicBezTo>
                <a:lnTo>
                  <a:pt x="114300" y="1428750"/>
                </a:lnTo>
                <a:cubicBezTo>
                  <a:pt x="51216" y="1428750"/>
                  <a:pt x="0" y="1377534"/>
                  <a:pt x="0" y="13144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77000" y="2705100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Supported Formats: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504384" y="30003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33337" y="29170"/>
                </a:moveTo>
                <a:cubicBezTo>
                  <a:pt x="40237" y="29170"/>
                  <a:pt x="45839" y="34772"/>
                  <a:pt x="45839" y="41672"/>
                </a:cubicBezTo>
                <a:cubicBezTo>
                  <a:pt x="45839" y="48572"/>
                  <a:pt x="40237" y="54173"/>
                  <a:pt x="33337" y="54173"/>
                </a:cubicBezTo>
                <a:cubicBezTo>
                  <a:pt x="26438" y="54173"/>
                  <a:pt x="20836" y="48572"/>
                  <a:pt x="20836" y="41672"/>
                </a:cubicBezTo>
                <a:cubicBezTo>
                  <a:pt x="20836" y="34772"/>
                  <a:pt x="26438" y="29170"/>
                  <a:pt x="33337" y="29170"/>
                </a:cubicBezTo>
                <a:close/>
                <a:moveTo>
                  <a:pt x="70842" y="58341"/>
                </a:moveTo>
                <a:cubicBezTo>
                  <a:pt x="73030" y="58341"/>
                  <a:pt x="75035" y="59487"/>
                  <a:pt x="76181" y="61336"/>
                </a:cubicBezTo>
                <a:lnTo>
                  <a:pt x="99101" y="98840"/>
                </a:lnTo>
                <a:cubicBezTo>
                  <a:pt x="100273" y="100768"/>
                  <a:pt x="100325" y="103190"/>
                  <a:pt x="99231" y="105169"/>
                </a:cubicBezTo>
                <a:cubicBezTo>
                  <a:pt x="98137" y="107149"/>
                  <a:pt x="96028" y="108347"/>
                  <a:pt x="93762" y="108347"/>
                </a:cubicBezTo>
                <a:lnTo>
                  <a:pt x="22920" y="108347"/>
                </a:lnTo>
                <a:cubicBezTo>
                  <a:pt x="20602" y="108347"/>
                  <a:pt x="18440" y="107045"/>
                  <a:pt x="17372" y="104987"/>
                </a:cubicBezTo>
                <a:cubicBezTo>
                  <a:pt x="16304" y="102930"/>
                  <a:pt x="16460" y="100429"/>
                  <a:pt x="17789" y="98528"/>
                </a:cubicBezTo>
                <a:lnTo>
                  <a:pt x="32374" y="77692"/>
                </a:lnTo>
                <a:cubicBezTo>
                  <a:pt x="33546" y="76025"/>
                  <a:pt x="35447" y="75035"/>
                  <a:pt x="37505" y="75035"/>
                </a:cubicBezTo>
                <a:cubicBezTo>
                  <a:pt x="39562" y="75035"/>
                  <a:pt x="41464" y="76025"/>
                  <a:pt x="42636" y="77692"/>
                </a:cubicBezTo>
                <a:lnTo>
                  <a:pt x="49511" y="87537"/>
                </a:lnTo>
                <a:lnTo>
                  <a:pt x="65503" y="61362"/>
                </a:lnTo>
                <a:cubicBezTo>
                  <a:pt x="66649" y="59513"/>
                  <a:pt x="68654" y="58367"/>
                  <a:pt x="70842" y="58367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719888" y="2971800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PNG, JPG, WEBP, GIF, BMP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87716" y="32480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25003" y="0"/>
                </a:moveTo>
                <a:cubicBezTo>
                  <a:pt x="15809" y="0"/>
                  <a:pt x="8334" y="7475"/>
                  <a:pt x="8334" y="16669"/>
                </a:cubicBezTo>
                <a:lnTo>
                  <a:pt x="8334" y="116681"/>
                </a:lnTo>
                <a:cubicBezTo>
                  <a:pt x="8334" y="125875"/>
                  <a:pt x="15809" y="133350"/>
                  <a:pt x="25003" y="133350"/>
                </a:cubicBezTo>
                <a:lnTo>
                  <a:pt x="45839" y="133350"/>
                </a:lnTo>
                <a:lnTo>
                  <a:pt x="45839" y="104180"/>
                </a:lnTo>
                <a:cubicBezTo>
                  <a:pt x="45839" y="94986"/>
                  <a:pt x="53314" y="87511"/>
                  <a:pt x="62508" y="87511"/>
                </a:cubicBezTo>
                <a:lnTo>
                  <a:pt x="108347" y="87511"/>
                </a:lnTo>
                <a:lnTo>
                  <a:pt x="108347" y="44407"/>
                </a:lnTo>
                <a:cubicBezTo>
                  <a:pt x="108347" y="39979"/>
                  <a:pt x="106602" y="35734"/>
                  <a:pt x="103476" y="32608"/>
                </a:cubicBezTo>
                <a:lnTo>
                  <a:pt x="75713" y="4870"/>
                </a:lnTo>
                <a:cubicBezTo>
                  <a:pt x="72587" y="1745"/>
                  <a:pt x="68368" y="0"/>
                  <a:pt x="63940" y="0"/>
                </a:cubicBezTo>
                <a:lnTo>
                  <a:pt x="25003" y="0"/>
                </a:lnTo>
                <a:close/>
                <a:moveTo>
                  <a:pt x="93111" y="45839"/>
                </a:moveTo>
                <a:lnTo>
                  <a:pt x="68759" y="45839"/>
                </a:lnTo>
                <a:cubicBezTo>
                  <a:pt x="65295" y="45839"/>
                  <a:pt x="62508" y="43052"/>
                  <a:pt x="62508" y="39588"/>
                </a:cubicBezTo>
                <a:lnTo>
                  <a:pt x="62508" y="15236"/>
                </a:lnTo>
                <a:lnTo>
                  <a:pt x="93111" y="45839"/>
                </a:lnTo>
                <a:close/>
                <a:moveTo>
                  <a:pt x="62508" y="98971"/>
                </a:moveTo>
                <a:cubicBezTo>
                  <a:pt x="59643" y="98971"/>
                  <a:pt x="57299" y="101315"/>
                  <a:pt x="57299" y="104180"/>
                </a:cubicBezTo>
                <a:lnTo>
                  <a:pt x="57299" y="137517"/>
                </a:lnTo>
                <a:cubicBezTo>
                  <a:pt x="57299" y="140382"/>
                  <a:pt x="59643" y="142726"/>
                  <a:pt x="62508" y="142726"/>
                </a:cubicBezTo>
                <a:cubicBezTo>
                  <a:pt x="65373" y="142726"/>
                  <a:pt x="67717" y="140382"/>
                  <a:pt x="67717" y="137517"/>
                </a:cubicBezTo>
                <a:lnTo>
                  <a:pt x="67717" y="130225"/>
                </a:lnTo>
                <a:lnTo>
                  <a:pt x="70842" y="130225"/>
                </a:lnTo>
                <a:cubicBezTo>
                  <a:pt x="79463" y="130225"/>
                  <a:pt x="86469" y="123219"/>
                  <a:pt x="86469" y="114598"/>
                </a:cubicBezTo>
                <a:cubicBezTo>
                  <a:pt x="86469" y="105977"/>
                  <a:pt x="79463" y="98971"/>
                  <a:pt x="70842" y="98971"/>
                </a:cubicBezTo>
                <a:lnTo>
                  <a:pt x="62508" y="98971"/>
                </a:lnTo>
                <a:close/>
                <a:moveTo>
                  <a:pt x="70842" y="119807"/>
                </a:moveTo>
                <a:lnTo>
                  <a:pt x="67717" y="119807"/>
                </a:lnTo>
                <a:lnTo>
                  <a:pt x="67717" y="109389"/>
                </a:lnTo>
                <a:lnTo>
                  <a:pt x="70842" y="109389"/>
                </a:lnTo>
                <a:cubicBezTo>
                  <a:pt x="73707" y="109389"/>
                  <a:pt x="76051" y="111733"/>
                  <a:pt x="76051" y="114598"/>
                </a:cubicBezTo>
                <a:cubicBezTo>
                  <a:pt x="76051" y="117463"/>
                  <a:pt x="73707" y="119807"/>
                  <a:pt x="70842" y="119807"/>
                </a:cubicBezTo>
                <a:close/>
                <a:moveTo>
                  <a:pt x="95845" y="98971"/>
                </a:moveTo>
                <a:cubicBezTo>
                  <a:pt x="92980" y="98971"/>
                  <a:pt x="90636" y="101315"/>
                  <a:pt x="90636" y="104180"/>
                </a:cubicBezTo>
                <a:lnTo>
                  <a:pt x="90636" y="137517"/>
                </a:lnTo>
                <a:cubicBezTo>
                  <a:pt x="90636" y="140382"/>
                  <a:pt x="92980" y="142726"/>
                  <a:pt x="95845" y="142726"/>
                </a:cubicBezTo>
                <a:lnTo>
                  <a:pt x="104180" y="142726"/>
                </a:lnTo>
                <a:cubicBezTo>
                  <a:pt x="111655" y="142726"/>
                  <a:pt x="117723" y="136658"/>
                  <a:pt x="117723" y="129183"/>
                </a:cubicBezTo>
                <a:lnTo>
                  <a:pt x="117723" y="112514"/>
                </a:lnTo>
                <a:cubicBezTo>
                  <a:pt x="117723" y="105039"/>
                  <a:pt x="111655" y="98971"/>
                  <a:pt x="104180" y="98971"/>
                </a:cubicBezTo>
                <a:lnTo>
                  <a:pt x="95845" y="98971"/>
                </a:lnTo>
                <a:close/>
                <a:moveTo>
                  <a:pt x="101054" y="132308"/>
                </a:moveTo>
                <a:lnTo>
                  <a:pt x="101054" y="109389"/>
                </a:lnTo>
                <a:lnTo>
                  <a:pt x="104180" y="109389"/>
                </a:lnTo>
                <a:cubicBezTo>
                  <a:pt x="105899" y="109389"/>
                  <a:pt x="107305" y="110795"/>
                  <a:pt x="107305" y="112514"/>
                </a:cubicBezTo>
                <a:lnTo>
                  <a:pt x="107305" y="129183"/>
                </a:lnTo>
                <a:cubicBezTo>
                  <a:pt x="107305" y="130902"/>
                  <a:pt x="105899" y="132308"/>
                  <a:pt x="104180" y="132308"/>
                </a:cubicBezTo>
                <a:lnTo>
                  <a:pt x="101054" y="132308"/>
                </a:lnTo>
                <a:close/>
                <a:moveTo>
                  <a:pt x="123974" y="104180"/>
                </a:moveTo>
                <a:lnTo>
                  <a:pt x="123974" y="137517"/>
                </a:lnTo>
                <a:cubicBezTo>
                  <a:pt x="123974" y="140382"/>
                  <a:pt x="126318" y="142726"/>
                  <a:pt x="129183" y="142726"/>
                </a:cubicBezTo>
                <a:cubicBezTo>
                  <a:pt x="132048" y="142726"/>
                  <a:pt x="134392" y="140382"/>
                  <a:pt x="134392" y="137517"/>
                </a:cubicBezTo>
                <a:lnTo>
                  <a:pt x="134392" y="126057"/>
                </a:lnTo>
                <a:lnTo>
                  <a:pt x="141684" y="126057"/>
                </a:lnTo>
                <a:cubicBezTo>
                  <a:pt x="144549" y="126057"/>
                  <a:pt x="146893" y="123713"/>
                  <a:pt x="146893" y="120848"/>
                </a:cubicBezTo>
                <a:cubicBezTo>
                  <a:pt x="146893" y="117983"/>
                  <a:pt x="144549" y="115639"/>
                  <a:pt x="141684" y="115639"/>
                </a:cubicBezTo>
                <a:lnTo>
                  <a:pt x="134392" y="115639"/>
                </a:lnTo>
                <a:lnTo>
                  <a:pt x="134392" y="109389"/>
                </a:lnTo>
                <a:lnTo>
                  <a:pt x="141684" y="109389"/>
                </a:lnTo>
                <a:cubicBezTo>
                  <a:pt x="144549" y="109389"/>
                  <a:pt x="146893" y="107045"/>
                  <a:pt x="146893" y="104180"/>
                </a:cubicBezTo>
                <a:cubicBezTo>
                  <a:pt x="146893" y="101315"/>
                  <a:pt x="144549" y="98971"/>
                  <a:pt x="141684" y="98971"/>
                </a:cubicBezTo>
                <a:lnTo>
                  <a:pt x="129183" y="98971"/>
                </a:lnTo>
                <a:cubicBezTo>
                  <a:pt x="126318" y="98971"/>
                  <a:pt x="123974" y="101315"/>
                  <a:pt x="123974" y="104180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719888" y="321945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 (multi-page)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504384" y="34956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675" y="41672"/>
                </a:moveTo>
                <a:lnTo>
                  <a:pt x="66675" y="66675"/>
                </a:lnTo>
                <a:lnTo>
                  <a:pt x="100013" y="66675"/>
                </a:lnTo>
                <a:lnTo>
                  <a:pt x="100013" y="41672"/>
                </a:lnTo>
                <a:lnTo>
                  <a:pt x="66675" y="41672"/>
                </a:lnTo>
                <a:close/>
                <a:moveTo>
                  <a:pt x="50006" y="41672"/>
                </a:moveTo>
                <a:lnTo>
                  <a:pt x="16669" y="41672"/>
                </a:lnTo>
                <a:lnTo>
                  <a:pt x="16669" y="66675"/>
                </a:lnTo>
                <a:lnTo>
                  <a:pt x="50006" y="66675"/>
                </a:lnTo>
                <a:lnTo>
                  <a:pt x="50006" y="41672"/>
                </a:lnTo>
                <a:close/>
                <a:moveTo>
                  <a:pt x="0" y="83344"/>
                </a:moveTo>
                <a:lnTo>
                  <a:pt x="0" y="25003"/>
                </a:lnTo>
                <a:cubicBezTo>
                  <a:pt x="0" y="15809"/>
                  <a:pt x="7475" y="8334"/>
                  <a:pt x="16669" y="8334"/>
                </a:cubicBezTo>
                <a:lnTo>
                  <a:pt x="100013" y="8334"/>
                </a:lnTo>
                <a:cubicBezTo>
                  <a:pt x="109206" y="8334"/>
                  <a:pt x="116681" y="15809"/>
                  <a:pt x="116681" y="25003"/>
                </a:cubicBezTo>
                <a:lnTo>
                  <a:pt x="116681" y="108347"/>
                </a:lnTo>
                <a:cubicBezTo>
                  <a:pt x="116681" y="117541"/>
                  <a:pt x="109206" y="125016"/>
                  <a:pt x="100013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83344"/>
                </a:lnTo>
                <a:close/>
                <a:moveTo>
                  <a:pt x="100013" y="83344"/>
                </a:moveTo>
                <a:lnTo>
                  <a:pt x="66675" y="83344"/>
                </a:lnTo>
                <a:lnTo>
                  <a:pt x="66675" y="108347"/>
                </a:lnTo>
                <a:lnTo>
                  <a:pt x="100013" y="108347"/>
                </a:lnTo>
                <a:lnTo>
                  <a:pt x="100013" y="83344"/>
                </a:lnTo>
                <a:close/>
                <a:moveTo>
                  <a:pt x="50006" y="108347"/>
                </a:moveTo>
                <a:lnTo>
                  <a:pt x="50006" y="83344"/>
                </a:lnTo>
                <a:lnTo>
                  <a:pt x="16669" y="83344"/>
                </a:lnTo>
                <a:lnTo>
                  <a:pt x="16669" y="108347"/>
                </a:lnTo>
                <a:lnTo>
                  <a:pt x="50006" y="108347"/>
                </a:ln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719888" y="3467100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CSV, Excel (.xlsx, .xls)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87716" y="37433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93970" y="313"/>
                </a:moveTo>
                <a:cubicBezTo>
                  <a:pt x="89542" y="-964"/>
                  <a:pt x="84932" y="1615"/>
                  <a:pt x="83656" y="6042"/>
                </a:cubicBezTo>
                <a:lnTo>
                  <a:pt x="50319" y="122724"/>
                </a:lnTo>
                <a:cubicBezTo>
                  <a:pt x="49043" y="127151"/>
                  <a:pt x="51621" y="131761"/>
                  <a:pt x="56049" y="133037"/>
                </a:cubicBezTo>
                <a:cubicBezTo>
                  <a:pt x="60476" y="134314"/>
                  <a:pt x="65086" y="131735"/>
                  <a:pt x="66362" y="127308"/>
                </a:cubicBezTo>
                <a:lnTo>
                  <a:pt x="99700" y="10626"/>
                </a:lnTo>
                <a:cubicBezTo>
                  <a:pt x="100976" y="6199"/>
                  <a:pt x="98398" y="1589"/>
                  <a:pt x="93970" y="313"/>
                </a:cubicBezTo>
                <a:close/>
                <a:moveTo>
                  <a:pt x="110795" y="35760"/>
                </a:moveTo>
                <a:cubicBezTo>
                  <a:pt x="107539" y="39015"/>
                  <a:pt x="107539" y="44302"/>
                  <a:pt x="110795" y="47558"/>
                </a:cubicBezTo>
                <a:lnTo>
                  <a:pt x="129912" y="66675"/>
                </a:lnTo>
                <a:lnTo>
                  <a:pt x="110795" y="85792"/>
                </a:lnTo>
                <a:cubicBezTo>
                  <a:pt x="107539" y="89048"/>
                  <a:pt x="107539" y="94335"/>
                  <a:pt x="110795" y="97590"/>
                </a:cubicBezTo>
                <a:cubicBezTo>
                  <a:pt x="114051" y="100846"/>
                  <a:pt x="119338" y="100846"/>
                  <a:pt x="122593" y="97590"/>
                </a:cubicBezTo>
                <a:lnTo>
                  <a:pt x="147597" y="72587"/>
                </a:lnTo>
                <a:cubicBezTo>
                  <a:pt x="150852" y="69332"/>
                  <a:pt x="150852" y="64044"/>
                  <a:pt x="147597" y="60789"/>
                </a:cubicBezTo>
                <a:lnTo>
                  <a:pt x="122593" y="35786"/>
                </a:lnTo>
                <a:cubicBezTo>
                  <a:pt x="119338" y="32530"/>
                  <a:pt x="114051" y="32530"/>
                  <a:pt x="110795" y="35786"/>
                </a:cubicBezTo>
                <a:close/>
                <a:moveTo>
                  <a:pt x="39250" y="35760"/>
                </a:moveTo>
                <a:cubicBezTo>
                  <a:pt x="35994" y="32504"/>
                  <a:pt x="30707" y="32504"/>
                  <a:pt x="27451" y="35760"/>
                </a:cubicBezTo>
                <a:lnTo>
                  <a:pt x="2448" y="60763"/>
                </a:lnTo>
                <a:cubicBezTo>
                  <a:pt x="-807" y="64018"/>
                  <a:pt x="-807" y="69306"/>
                  <a:pt x="2448" y="72561"/>
                </a:cubicBezTo>
                <a:lnTo>
                  <a:pt x="27451" y="97564"/>
                </a:lnTo>
                <a:cubicBezTo>
                  <a:pt x="30707" y="100820"/>
                  <a:pt x="35994" y="100820"/>
                  <a:pt x="39250" y="97564"/>
                </a:cubicBezTo>
                <a:cubicBezTo>
                  <a:pt x="42505" y="94309"/>
                  <a:pt x="42505" y="89022"/>
                  <a:pt x="39250" y="85766"/>
                </a:cubicBezTo>
                <a:lnTo>
                  <a:pt x="20133" y="66675"/>
                </a:lnTo>
                <a:lnTo>
                  <a:pt x="39224" y="47558"/>
                </a:lnTo>
                <a:cubicBezTo>
                  <a:pt x="42479" y="44302"/>
                  <a:pt x="42479" y="39015"/>
                  <a:pt x="39224" y="35760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719888" y="3714750"/>
            <a:ext cx="371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91250" y="4324350"/>
            <a:ext cx="5619750" cy="2247900"/>
          </a:xfrm>
          <a:custGeom>
            <a:avLst/>
            <a:gdLst/>
            <a:ahLst/>
            <a:cxnLst/>
            <a:rect l="l" t="t" r="r" b="b"/>
            <a:pathLst>
              <a:path w="5619750" h="2247900">
                <a:moveTo>
                  <a:pt x="38100" y="0"/>
                </a:moveTo>
                <a:lnTo>
                  <a:pt x="5467342" y="0"/>
                </a:lnTo>
                <a:cubicBezTo>
                  <a:pt x="5551515" y="0"/>
                  <a:pt x="5619750" y="68235"/>
                  <a:pt x="5619750" y="152408"/>
                </a:cubicBezTo>
                <a:lnTo>
                  <a:pt x="5619750" y="2095492"/>
                </a:lnTo>
                <a:cubicBezTo>
                  <a:pt x="5619750" y="2179665"/>
                  <a:pt x="5551515" y="2247900"/>
                  <a:pt x="5467342" y="2247900"/>
                </a:cubicBezTo>
                <a:lnTo>
                  <a:pt x="38100" y="2247900"/>
                </a:lnTo>
                <a:cubicBezTo>
                  <a:pt x="17072" y="2247900"/>
                  <a:pt x="0" y="2230828"/>
                  <a:pt x="0" y="2209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191250" y="4324350"/>
            <a:ext cx="38100" cy="2247900"/>
          </a:xfrm>
          <a:custGeom>
            <a:avLst/>
            <a:gdLst/>
            <a:ahLst/>
            <a:cxnLst/>
            <a:rect l="l" t="t" r="r" b="b"/>
            <a:pathLst>
              <a:path w="38100" h="2247900">
                <a:moveTo>
                  <a:pt x="38100" y="0"/>
                </a:moveTo>
                <a:lnTo>
                  <a:pt x="38100" y="0"/>
                </a:lnTo>
                <a:lnTo>
                  <a:pt x="38100" y="2247900"/>
                </a:lnTo>
                <a:lnTo>
                  <a:pt x="38100" y="2247900"/>
                </a:lnTo>
                <a:cubicBezTo>
                  <a:pt x="17072" y="2247900"/>
                  <a:pt x="0" y="2230828"/>
                  <a:pt x="0" y="2209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362700" y="4476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519863" y="46101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35719" y="35719"/>
                </a:moveTo>
                <a:cubicBezTo>
                  <a:pt x="35719" y="15999"/>
                  <a:pt x="51718" y="0"/>
                  <a:pt x="71438" y="0"/>
                </a:cubicBezTo>
                <a:cubicBezTo>
                  <a:pt x="90153" y="0"/>
                  <a:pt x="105519" y="14399"/>
                  <a:pt x="107045" y="32742"/>
                </a:cubicBezTo>
                <a:lnTo>
                  <a:pt x="86320" y="32742"/>
                </a:lnTo>
                <a:cubicBezTo>
                  <a:pt x="81372" y="32742"/>
                  <a:pt x="77391" y="36723"/>
                  <a:pt x="77391" y="41672"/>
                </a:cubicBezTo>
                <a:cubicBezTo>
                  <a:pt x="77391" y="46620"/>
                  <a:pt x="81372" y="50602"/>
                  <a:pt x="86320" y="50602"/>
                </a:cubicBezTo>
                <a:lnTo>
                  <a:pt x="107156" y="50602"/>
                </a:lnTo>
                <a:lnTo>
                  <a:pt x="107156" y="68461"/>
                </a:lnTo>
                <a:lnTo>
                  <a:pt x="86320" y="68461"/>
                </a:lnTo>
                <a:cubicBezTo>
                  <a:pt x="81372" y="68461"/>
                  <a:pt x="77391" y="72442"/>
                  <a:pt x="77391" y="77391"/>
                </a:cubicBezTo>
                <a:cubicBezTo>
                  <a:pt x="77391" y="82339"/>
                  <a:pt x="81372" y="86320"/>
                  <a:pt x="86320" y="86320"/>
                </a:cubicBezTo>
                <a:lnTo>
                  <a:pt x="107045" y="86320"/>
                </a:lnTo>
                <a:cubicBezTo>
                  <a:pt x="105519" y="104663"/>
                  <a:pt x="90190" y="119063"/>
                  <a:pt x="71438" y="119063"/>
                </a:cubicBezTo>
                <a:cubicBezTo>
                  <a:pt x="51718" y="119063"/>
                  <a:pt x="35719" y="103063"/>
                  <a:pt x="35719" y="83344"/>
                </a:cubicBezTo>
                <a:lnTo>
                  <a:pt x="35719" y="35719"/>
                </a:lnTo>
                <a:close/>
                <a:moveTo>
                  <a:pt x="8930" y="59531"/>
                </a:moveTo>
                <a:cubicBezTo>
                  <a:pt x="13878" y="59531"/>
                  <a:pt x="17859" y="63512"/>
                  <a:pt x="17859" y="68461"/>
                </a:cubicBezTo>
                <a:lnTo>
                  <a:pt x="17859" y="83344"/>
                </a:lnTo>
                <a:cubicBezTo>
                  <a:pt x="17859" y="112923"/>
                  <a:pt x="41858" y="136922"/>
                  <a:pt x="71438" y="136922"/>
                </a:cubicBezTo>
                <a:cubicBezTo>
                  <a:pt x="101017" y="136922"/>
                  <a:pt x="125016" y="112923"/>
                  <a:pt x="125016" y="83344"/>
                </a:cubicBezTo>
                <a:lnTo>
                  <a:pt x="125016" y="68461"/>
                </a:lnTo>
                <a:cubicBezTo>
                  <a:pt x="125016" y="63512"/>
                  <a:pt x="128997" y="59531"/>
                  <a:pt x="133945" y="59531"/>
                </a:cubicBezTo>
                <a:cubicBezTo>
                  <a:pt x="138894" y="59531"/>
                  <a:pt x="142875" y="63512"/>
                  <a:pt x="142875" y="68461"/>
                </a:cubicBezTo>
                <a:lnTo>
                  <a:pt x="142875" y="83344"/>
                </a:lnTo>
                <a:cubicBezTo>
                  <a:pt x="142875" y="119769"/>
                  <a:pt x="115602" y="149833"/>
                  <a:pt x="80367" y="154223"/>
                </a:cubicBezTo>
                <a:lnTo>
                  <a:pt x="80367" y="172641"/>
                </a:lnTo>
                <a:lnTo>
                  <a:pt x="98227" y="172641"/>
                </a:lnTo>
                <a:cubicBezTo>
                  <a:pt x="103175" y="172641"/>
                  <a:pt x="107156" y="176622"/>
                  <a:pt x="107156" y="181570"/>
                </a:cubicBezTo>
                <a:cubicBezTo>
                  <a:pt x="107156" y="186519"/>
                  <a:pt x="103175" y="190500"/>
                  <a:pt x="98227" y="190500"/>
                </a:cubicBezTo>
                <a:lnTo>
                  <a:pt x="44648" y="190500"/>
                </a:lnTo>
                <a:cubicBezTo>
                  <a:pt x="39700" y="190500"/>
                  <a:pt x="35719" y="186519"/>
                  <a:pt x="35719" y="181570"/>
                </a:cubicBezTo>
                <a:cubicBezTo>
                  <a:pt x="35719" y="176622"/>
                  <a:pt x="39700" y="172641"/>
                  <a:pt x="44648" y="172641"/>
                </a:cubicBezTo>
                <a:lnTo>
                  <a:pt x="62508" y="172641"/>
                </a:lnTo>
                <a:lnTo>
                  <a:pt x="62508" y="154223"/>
                </a:lnTo>
                <a:cubicBezTo>
                  <a:pt x="27273" y="149833"/>
                  <a:pt x="0" y="119769"/>
                  <a:pt x="0" y="83344"/>
                </a:cubicBezTo>
                <a:lnTo>
                  <a:pt x="0" y="68461"/>
                </a:lnTo>
                <a:cubicBezTo>
                  <a:pt x="0" y="63512"/>
                  <a:pt x="3981" y="59531"/>
                  <a:pt x="8930" y="59531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934200" y="4476750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Mode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34200" y="4743450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 &amp; Transcribe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62700" y="508635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Hit record, describe patient context verbally. Live timer and animated visualizer provide real-time feedback.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62700" y="5695950"/>
            <a:ext cx="5295900" cy="723900"/>
          </a:xfrm>
          <a:custGeom>
            <a:avLst/>
            <a:gdLst/>
            <a:ahLst/>
            <a:cxnLst/>
            <a:rect l="l" t="t" r="r" b="b"/>
            <a:pathLst>
              <a:path w="5295900" h="723900">
                <a:moveTo>
                  <a:pt x="114297" y="0"/>
                </a:moveTo>
                <a:lnTo>
                  <a:pt x="5181603" y="0"/>
                </a:lnTo>
                <a:cubicBezTo>
                  <a:pt x="5244728" y="0"/>
                  <a:pt x="5295900" y="51172"/>
                  <a:pt x="5295900" y="114297"/>
                </a:cubicBezTo>
                <a:lnTo>
                  <a:pt x="5295900" y="609603"/>
                </a:lnTo>
                <a:cubicBezTo>
                  <a:pt x="5295900" y="672728"/>
                  <a:pt x="5244728" y="723900"/>
                  <a:pt x="51816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77000" y="5810250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Speech-to-Text: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96050" y="6115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28575"/>
                </a:moveTo>
                <a:cubicBezTo>
                  <a:pt x="19050" y="23306"/>
                  <a:pt x="23306" y="19050"/>
                  <a:pt x="28575" y="19050"/>
                </a:cubicBezTo>
                <a:lnTo>
                  <a:pt x="76200" y="19050"/>
                </a:lnTo>
                <a:cubicBezTo>
                  <a:pt x="81469" y="19050"/>
                  <a:pt x="85725" y="23306"/>
                  <a:pt x="85725" y="28575"/>
                </a:cubicBezTo>
                <a:lnTo>
                  <a:pt x="85725" y="114300"/>
                </a:lnTo>
                <a:lnTo>
                  <a:pt x="114300" y="114300"/>
                </a:lnTo>
                <a:lnTo>
                  <a:pt x="114300" y="76200"/>
                </a:lnTo>
                <a:cubicBezTo>
                  <a:pt x="114300" y="70931"/>
                  <a:pt x="118556" y="66675"/>
                  <a:pt x="123825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133350" y="85725"/>
                </a:lnTo>
                <a:lnTo>
                  <a:pt x="133350" y="123825"/>
                </a:lnTo>
                <a:cubicBezTo>
                  <a:pt x="133350" y="129094"/>
                  <a:pt x="129094" y="133350"/>
                  <a:pt x="123825" y="133350"/>
                </a:cubicBezTo>
                <a:lnTo>
                  <a:pt x="76200" y="133350"/>
                </a:lnTo>
                <a:cubicBezTo>
                  <a:pt x="70931" y="133350"/>
                  <a:pt x="66675" y="129094"/>
                  <a:pt x="66675" y="123825"/>
                </a:cubicBezTo>
                <a:lnTo>
                  <a:pt x="66675" y="38100"/>
                </a:lnTo>
                <a:lnTo>
                  <a:pt x="38100" y="38100"/>
                </a:lnTo>
                <a:lnTo>
                  <a:pt x="38100" y="76200"/>
                </a:lnTo>
                <a:cubicBezTo>
                  <a:pt x="38100" y="81469"/>
                  <a:pt x="33844" y="85725"/>
                  <a:pt x="2857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ubicBezTo>
                  <a:pt x="0" y="70931"/>
                  <a:pt x="4256" y="66675"/>
                  <a:pt x="9525" y="66675"/>
                </a:cubicBezTo>
                <a:lnTo>
                  <a:pt x="19050" y="66675"/>
                </a:lnTo>
                <a:lnTo>
                  <a:pt x="19050" y="28575"/>
                </a:ln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743700" y="607695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Deepgram Nova-3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813" y="455776"/>
            <a:ext cx="75963" cy="455776"/>
          </a:xfrm>
          <a:custGeom>
            <a:avLst/>
            <a:gdLst/>
            <a:ahLst/>
            <a:cxnLst/>
            <a:rect l="l" t="t" r="r" b="b"/>
            <a:pathLst>
              <a:path w="75963" h="455776">
                <a:moveTo>
                  <a:pt x="37981" y="0"/>
                </a:moveTo>
                <a:lnTo>
                  <a:pt x="37981" y="0"/>
                </a:lnTo>
                <a:cubicBezTo>
                  <a:pt x="58944" y="0"/>
                  <a:pt x="75963" y="17019"/>
                  <a:pt x="75963" y="37981"/>
                </a:cubicBezTo>
                <a:lnTo>
                  <a:pt x="75963" y="417794"/>
                </a:lnTo>
                <a:cubicBezTo>
                  <a:pt x="75963" y="438757"/>
                  <a:pt x="58944" y="455776"/>
                  <a:pt x="37981" y="455776"/>
                </a:cubicBezTo>
                <a:lnTo>
                  <a:pt x="37981" y="455776"/>
                </a:lnTo>
                <a:cubicBezTo>
                  <a:pt x="17019" y="455776"/>
                  <a:pt x="0" y="438757"/>
                  <a:pt x="0" y="417794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9720" y="379813"/>
            <a:ext cx="494706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kern="0" spc="105" dirty="0">
                <a:solidFill>
                  <a:srgbClr val="4A7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9720" y="607701"/>
            <a:ext cx="5051514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2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Extraction with Reasoning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9813" y="1215402"/>
            <a:ext cx="5640224" cy="4234916"/>
          </a:xfrm>
          <a:custGeom>
            <a:avLst/>
            <a:gdLst/>
            <a:ahLst/>
            <a:cxnLst/>
            <a:rect l="l" t="t" r="r" b="b"/>
            <a:pathLst>
              <a:path w="5640224" h="4234916">
                <a:moveTo>
                  <a:pt x="151906" y="0"/>
                </a:moveTo>
                <a:lnTo>
                  <a:pt x="5488318" y="0"/>
                </a:lnTo>
                <a:cubicBezTo>
                  <a:pt x="5572213" y="0"/>
                  <a:pt x="5640224" y="68011"/>
                  <a:pt x="5640224" y="151906"/>
                </a:cubicBezTo>
                <a:lnTo>
                  <a:pt x="5640224" y="4083009"/>
                </a:lnTo>
                <a:cubicBezTo>
                  <a:pt x="5640224" y="4166905"/>
                  <a:pt x="5572213" y="4234916"/>
                  <a:pt x="5488318" y="4234916"/>
                </a:cubicBezTo>
                <a:lnTo>
                  <a:pt x="151906" y="4234916"/>
                </a:lnTo>
                <a:cubicBezTo>
                  <a:pt x="68011" y="4234916"/>
                  <a:pt x="0" y="4166905"/>
                  <a:pt x="0" y="4083009"/>
                </a:cubicBezTo>
                <a:lnTo>
                  <a:pt x="0" y="151906"/>
                </a:lnTo>
                <a:cubicBezTo>
                  <a:pt x="0" y="68067"/>
                  <a:pt x="68067" y="0"/>
                  <a:pt x="151906" y="0"/>
                </a:cubicBezTo>
                <a:close/>
              </a:path>
            </a:pathLst>
          </a:custGeom>
          <a:gradFill flip="none" rotWithShape="1">
            <a:gsLst>
              <a:gs pos="0">
                <a:srgbClr val="1A535C"/>
              </a:gs>
              <a:gs pos="100000">
                <a:srgbClr val="4A7C82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70925" y="1679486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106822" y="49850"/>
                </a:moveTo>
                <a:cubicBezTo>
                  <a:pt x="106822" y="22344"/>
                  <a:pt x="129166" y="0"/>
                  <a:pt x="156673" y="0"/>
                </a:cubicBezTo>
                <a:lnTo>
                  <a:pt x="178037" y="0"/>
                </a:lnTo>
                <a:cubicBezTo>
                  <a:pt x="193794" y="0"/>
                  <a:pt x="206523" y="12730"/>
                  <a:pt x="206523" y="28486"/>
                </a:cubicBezTo>
                <a:lnTo>
                  <a:pt x="206523" y="427290"/>
                </a:lnTo>
                <a:cubicBezTo>
                  <a:pt x="206523" y="443046"/>
                  <a:pt x="193794" y="455776"/>
                  <a:pt x="178037" y="455776"/>
                </a:cubicBezTo>
                <a:lnTo>
                  <a:pt x="149551" y="455776"/>
                </a:lnTo>
                <a:cubicBezTo>
                  <a:pt x="123024" y="455776"/>
                  <a:pt x="100680" y="437616"/>
                  <a:pt x="94360" y="413047"/>
                </a:cubicBezTo>
                <a:cubicBezTo>
                  <a:pt x="93737" y="413047"/>
                  <a:pt x="93203" y="413047"/>
                  <a:pt x="92579" y="413047"/>
                </a:cubicBezTo>
                <a:cubicBezTo>
                  <a:pt x="53233" y="413047"/>
                  <a:pt x="21364" y="381178"/>
                  <a:pt x="21364" y="341832"/>
                </a:cubicBezTo>
                <a:cubicBezTo>
                  <a:pt x="21364" y="325808"/>
                  <a:pt x="26706" y="311031"/>
                  <a:pt x="35607" y="299103"/>
                </a:cubicBezTo>
                <a:cubicBezTo>
                  <a:pt x="18338" y="286106"/>
                  <a:pt x="7121" y="265454"/>
                  <a:pt x="7121" y="242131"/>
                </a:cubicBezTo>
                <a:cubicBezTo>
                  <a:pt x="7121" y="214624"/>
                  <a:pt x="22789" y="190678"/>
                  <a:pt x="45578" y="178839"/>
                </a:cubicBezTo>
                <a:cubicBezTo>
                  <a:pt x="39257" y="168156"/>
                  <a:pt x="35607" y="155694"/>
                  <a:pt x="35607" y="142430"/>
                </a:cubicBezTo>
                <a:cubicBezTo>
                  <a:pt x="35607" y="103084"/>
                  <a:pt x="67476" y="71215"/>
                  <a:pt x="106822" y="71215"/>
                </a:cubicBezTo>
                <a:lnTo>
                  <a:pt x="106822" y="49850"/>
                </a:lnTo>
                <a:close/>
                <a:moveTo>
                  <a:pt x="348953" y="49850"/>
                </a:moveTo>
                <a:lnTo>
                  <a:pt x="348953" y="71215"/>
                </a:lnTo>
                <a:cubicBezTo>
                  <a:pt x="388300" y="71215"/>
                  <a:pt x="420168" y="103084"/>
                  <a:pt x="420168" y="142430"/>
                </a:cubicBezTo>
                <a:cubicBezTo>
                  <a:pt x="420168" y="155783"/>
                  <a:pt x="416518" y="168245"/>
                  <a:pt x="410198" y="178839"/>
                </a:cubicBezTo>
                <a:cubicBezTo>
                  <a:pt x="433076" y="190678"/>
                  <a:pt x="448654" y="214535"/>
                  <a:pt x="448654" y="242131"/>
                </a:cubicBezTo>
                <a:cubicBezTo>
                  <a:pt x="448654" y="265454"/>
                  <a:pt x="437438" y="286106"/>
                  <a:pt x="420168" y="299103"/>
                </a:cubicBezTo>
                <a:cubicBezTo>
                  <a:pt x="429070" y="311031"/>
                  <a:pt x="434411" y="325808"/>
                  <a:pt x="434411" y="341832"/>
                </a:cubicBezTo>
                <a:cubicBezTo>
                  <a:pt x="434411" y="381178"/>
                  <a:pt x="402543" y="413047"/>
                  <a:pt x="363196" y="413047"/>
                </a:cubicBezTo>
                <a:cubicBezTo>
                  <a:pt x="362573" y="413047"/>
                  <a:pt x="362039" y="413047"/>
                  <a:pt x="361416" y="413047"/>
                </a:cubicBezTo>
                <a:cubicBezTo>
                  <a:pt x="355096" y="437616"/>
                  <a:pt x="332752" y="455776"/>
                  <a:pt x="306224" y="455776"/>
                </a:cubicBezTo>
                <a:lnTo>
                  <a:pt x="277738" y="455776"/>
                </a:lnTo>
                <a:cubicBezTo>
                  <a:pt x="261982" y="455776"/>
                  <a:pt x="249252" y="443046"/>
                  <a:pt x="249252" y="427290"/>
                </a:cubicBezTo>
                <a:lnTo>
                  <a:pt x="249252" y="28486"/>
                </a:lnTo>
                <a:cubicBezTo>
                  <a:pt x="249252" y="12730"/>
                  <a:pt x="261982" y="0"/>
                  <a:pt x="277738" y="0"/>
                </a:cubicBezTo>
                <a:lnTo>
                  <a:pt x="299103" y="0"/>
                </a:lnTo>
                <a:cubicBezTo>
                  <a:pt x="326610" y="0"/>
                  <a:pt x="348953" y="22344"/>
                  <a:pt x="348953" y="4985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6486" y="2287187"/>
            <a:ext cx="5326879" cy="3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4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4972" y="2742963"/>
            <a:ext cx="5269907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extraction shows what was extracted and why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7701" y="3236720"/>
            <a:ext cx="5184449" cy="797607"/>
          </a:xfrm>
          <a:custGeom>
            <a:avLst/>
            <a:gdLst/>
            <a:ahLst/>
            <a:cxnLst/>
            <a:rect l="l" t="t" r="r" b="b"/>
            <a:pathLst>
              <a:path w="5184449" h="797607">
                <a:moveTo>
                  <a:pt x="113946" y="0"/>
                </a:moveTo>
                <a:lnTo>
                  <a:pt x="5070502" y="0"/>
                </a:lnTo>
                <a:cubicBezTo>
                  <a:pt x="5133433" y="0"/>
                  <a:pt x="5184449" y="51015"/>
                  <a:pt x="5184449" y="113946"/>
                </a:cubicBezTo>
                <a:lnTo>
                  <a:pt x="5184449" y="683661"/>
                </a:lnTo>
                <a:cubicBezTo>
                  <a:pt x="5184449" y="746592"/>
                  <a:pt x="5133433" y="797607"/>
                  <a:pt x="5070502" y="797607"/>
                </a:cubicBezTo>
                <a:lnTo>
                  <a:pt x="113946" y="797607"/>
                </a:lnTo>
                <a:cubicBezTo>
                  <a:pt x="51058" y="797607"/>
                  <a:pt x="0" y="746550"/>
                  <a:pt x="0" y="683661"/>
                </a:cubicBezTo>
                <a:lnTo>
                  <a:pt x="0" y="113946"/>
                </a:lnTo>
                <a:cubicBezTo>
                  <a:pt x="0" y="51058"/>
                  <a:pt x="51058" y="0"/>
                  <a:pt x="11394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59626" y="3407636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227888" y="0"/>
                </a:moveTo>
                <a:lnTo>
                  <a:pt x="227888" y="0"/>
                </a:lnTo>
                <a:cubicBezTo>
                  <a:pt x="353663" y="0"/>
                  <a:pt x="455776" y="102113"/>
                  <a:pt x="455776" y="227888"/>
                </a:cubicBezTo>
                <a:lnTo>
                  <a:pt x="455776" y="227888"/>
                </a:lnTo>
                <a:cubicBezTo>
                  <a:pt x="455776" y="353663"/>
                  <a:pt x="353663" y="455776"/>
                  <a:pt x="227888" y="455776"/>
                </a:cubicBezTo>
                <a:lnTo>
                  <a:pt x="227888" y="455776"/>
                </a:lnTo>
                <a:cubicBezTo>
                  <a:pt x="102113" y="455776"/>
                  <a:pt x="0" y="353663"/>
                  <a:pt x="0" y="227888"/>
                </a:cubicBezTo>
                <a:lnTo>
                  <a:pt x="0" y="227888"/>
                </a:lnTo>
                <a:cubicBezTo>
                  <a:pt x="0" y="102113"/>
                  <a:pt x="102113" y="0"/>
                  <a:pt x="227888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28168" y="3540570"/>
            <a:ext cx="118692" cy="189907"/>
          </a:xfrm>
          <a:custGeom>
            <a:avLst/>
            <a:gdLst/>
            <a:ahLst/>
            <a:cxnLst/>
            <a:rect l="l" t="t" r="r" b="b"/>
            <a:pathLst>
              <a:path w="118692" h="189907">
                <a:moveTo>
                  <a:pt x="23738" y="59346"/>
                </a:moveTo>
                <a:cubicBezTo>
                  <a:pt x="23738" y="39688"/>
                  <a:pt x="39688" y="23738"/>
                  <a:pt x="59346" y="23738"/>
                </a:cubicBezTo>
                <a:cubicBezTo>
                  <a:pt x="79004" y="23738"/>
                  <a:pt x="94953" y="39688"/>
                  <a:pt x="94953" y="59346"/>
                </a:cubicBezTo>
                <a:cubicBezTo>
                  <a:pt x="94953" y="75184"/>
                  <a:pt x="84605" y="88611"/>
                  <a:pt x="70288" y="93247"/>
                </a:cubicBezTo>
                <a:cubicBezTo>
                  <a:pt x="59754" y="96659"/>
                  <a:pt x="47477" y="106340"/>
                  <a:pt x="47477" y="121659"/>
                </a:cubicBezTo>
                <a:lnTo>
                  <a:pt x="47477" y="130561"/>
                </a:lnTo>
                <a:cubicBezTo>
                  <a:pt x="47477" y="137126"/>
                  <a:pt x="52781" y="142430"/>
                  <a:pt x="59346" y="142430"/>
                </a:cubicBezTo>
                <a:cubicBezTo>
                  <a:pt x="65911" y="142430"/>
                  <a:pt x="71215" y="137126"/>
                  <a:pt x="71215" y="130561"/>
                </a:cubicBezTo>
                <a:lnTo>
                  <a:pt x="71215" y="121659"/>
                </a:lnTo>
                <a:cubicBezTo>
                  <a:pt x="71215" y="121028"/>
                  <a:pt x="71438" y="120138"/>
                  <a:pt x="72513" y="118951"/>
                </a:cubicBezTo>
                <a:cubicBezTo>
                  <a:pt x="73626" y="117727"/>
                  <a:pt x="75443" y="116540"/>
                  <a:pt x="77595" y="115836"/>
                </a:cubicBezTo>
                <a:cubicBezTo>
                  <a:pt x="101444" y="108158"/>
                  <a:pt x="118692" y="85792"/>
                  <a:pt x="118692" y="59346"/>
                </a:cubicBezTo>
                <a:cubicBezTo>
                  <a:pt x="118692" y="26557"/>
                  <a:pt x="92134" y="0"/>
                  <a:pt x="59346" y="0"/>
                </a:cubicBezTo>
                <a:cubicBezTo>
                  <a:pt x="26557" y="0"/>
                  <a:pt x="0" y="26557"/>
                  <a:pt x="0" y="59346"/>
                </a:cubicBezTo>
                <a:cubicBezTo>
                  <a:pt x="0" y="65911"/>
                  <a:pt x="5304" y="71215"/>
                  <a:pt x="11869" y="71215"/>
                </a:cubicBezTo>
                <a:cubicBezTo>
                  <a:pt x="18434" y="71215"/>
                  <a:pt x="23738" y="65911"/>
                  <a:pt x="23738" y="59346"/>
                </a:cubicBezTo>
                <a:close/>
                <a:moveTo>
                  <a:pt x="59346" y="189907"/>
                </a:moveTo>
                <a:cubicBezTo>
                  <a:pt x="67543" y="189907"/>
                  <a:pt x="74182" y="183267"/>
                  <a:pt x="74182" y="175070"/>
                </a:cubicBezTo>
                <a:cubicBezTo>
                  <a:pt x="74182" y="166873"/>
                  <a:pt x="67543" y="160234"/>
                  <a:pt x="59346" y="160234"/>
                </a:cubicBezTo>
                <a:cubicBezTo>
                  <a:pt x="51149" y="160234"/>
                  <a:pt x="44509" y="166873"/>
                  <a:pt x="44509" y="175070"/>
                </a:cubicBezTo>
                <a:cubicBezTo>
                  <a:pt x="44509" y="183267"/>
                  <a:pt x="51149" y="189907"/>
                  <a:pt x="59346" y="18990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67327" y="3388645"/>
            <a:ext cx="1766131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67327" y="3654514"/>
            <a:ext cx="1756636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extracted field values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7701" y="4186252"/>
            <a:ext cx="5184449" cy="797607"/>
          </a:xfrm>
          <a:custGeom>
            <a:avLst/>
            <a:gdLst/>
            <a:ahLst/>
            <a:cxnLst/>
            <a:rect l="l" t="t" r="r" b="b"/>
            <a:pathLst>
              <a:path w="5184449" h="797607">
                <a:moveTo>
                  <a:pt x="113946" y="0"/>
                </a:moveTo>
                <a:lnTo>
                  <a:pt x="5070502" y="0"/>
                </a:lnTo>
                <a:cubicBezTo>
                  <a:pt x="5133433" y="0"/>
                  <a:pt x="5184449" y="51015"/>
                  <a:pt x="5184449" y="113946"/>
                </a:cubicBezTo>
                <a:lnTo>
                  <a:pt x="5184449" y="683661"/>
                </a:lnTo>
                <a:cubicBezTo>
                  <a:pt x="5184449" y="746592"/>
                  <a:pt x="5133433" y="797607"/>
                  <a:pt x="5070502" y="797607"/>
                </a:cubicBezTo>
                <a:lnTo>
                  <a:pt x="113946" y="797607"/>
                </a:lnTo>
                <a:cubicBezTo>
                  <a:pt x="51058" y="797607"/>
                  <a:pt x="0" y="746550"/>
                  <a:pt x="0" y="683661"/>
                </a:cubicBezTo>
                <a:lnTo>
                  <a:pt x="0" y="113946"/>
                </a:lnTo>
                <a:cubicBezTo>
                  <a:pt x="0" y="51058"/>
                  <a:pt x="51058" y="0"/>
                  <a:pt x="11394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59626" y="4357168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227888" y="0"/>
                </a:moveTo>
                <a:lnTo>
                  <a:pt x="227888" y="0"/>
                </a:lnTo>
                <a:cubicBezTo>
                  <a:pt x="353663" y="0"/>
                  <a:pt x="455776" y="102113"/>
                  <a:pt x="455776" y="227888"/>
                </a:cubicBezTo>
                <a:lnTo>
                  <a:pt x="455776" y="227888"/>
                </a:lnTo>
                <a:cubicBezTo>
                  <a:pt x="455776" y="353663"/>
                  <a:pt x="353663" y="455776"/>
                  <a:pt x="227888" y="455776"/>
                </a:cubicBezTo>
                <a:lnTo>
                  <a:pt x="227888" y="455776"/>
                </a:lnTo>
                <a:cubicBezTo>
                  <a:pt x="102113" y="455776"/>
                  <a:pt x="0" y="353663"/>
                  <a:pt x="0" y="227888"/>
                </a:cubicBezTo>
                <a:lnTo>
                  <a:pt x="0" y="227888"/>
                </a:lnTo>
                <a:cubicBezTo>
                  <a:pt x="0" y="102113"/>
                  <a:pt x="102113" y="0"/>
                  <a:pt x="227888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6299" y="4490103"/>
            <a:ext cx="142430" cy="189907"/>
          </a:xfrm>
          <a:custGeom>
            <a:avLst/>
            <a:gdLst/>
            <a:ahLst/>
            <a:cxnLst/>
            <a:rect l="l" t="t" r="r" b="b"/>
            <a:pathLst>
              <a:path w="142430" h="189907">
                <a:moveTo>
                  <a:pt x="108640" y="142430"/>
                </a:moveTo>
                <a:cubicBezTo>
                  <a:pt x="111348" y="134159"/>
                  <a:pt x="116763" y="126666"/>
                  <a:pt x="122883" y="120212"/>
                </a:cubicBezTo>
                <a:cubicBezTo>
                  <a:pt x="135012" y="107453"/>
                  <a:pt x="142430" y="90206"/>
                  <a:pt x="142430" y="71215"/>
                </a:cubicBezTo>
                <a:cubicBezTo>
                  <a:pt x="142430" y="31898"/>
                  <a:pt x="110532" y="0"/>
                  <a:pt x="71215" y="0"/>
                </a:cubicBezTo>
                <a:cubicBezTo>
                  <a:pt x="31898" y="0"/>
                  <a:pt x="0" y="31898"/>
                  <a:pt x="0" y="71215"/>
                </a:cubicBezTo>
                <a:cubicBezTo>
                  <a:pt x="0" y="90206"/>
                  <a:pt x="7418" y="107453"/>
                  <a:pt x="19547" y="120212"/>
                </a:cubicBezTo>
                <a:cubicBezTo>
                  <a:pt x="25667" y="126666"/>
                  <a:pt x="31119" y="134159"/>
                  <a:pt x="33790" y="142430"/>
                </a:cubicBezTo>
                <a:lnTo>
                  <a:pt x="108603" y="142430"/>
                </a:lnTo>
                <a:close/>
                <a:moveTo>
                  <a:pt x="106822" y="160234"/>
                </a:moveTo>
                <a:lnTo>
                  <a:pt x="35607" y="160234"/>
                </a:lnTo>
                <a:lnTo>
                  <a:pt x="35607" y="166168"/>
                </a:lnTo>
                <a:cubicBezTo>
                  <a:pt x="35607" y="182563"/>
                  <a:pt x="48886" y="195841"/>
                  <a:pt x="65280" y="195841"/>
                </a:cubicBezTo>
                <a:lnTo>
                  <a:pt x="77150" y="195841"/>
                </a:lnTo>
                <a:cubicBezTo>
                  <a:pt x="93544" y="195841"/>
                  <a:pt x="106822" y="182563"/>
                  <a:pt x="106822" y="166168"/>
                </a:cubicBezTo>
                <a:lnTo>
                  <a:pt x="106822" y="160234"/>
                </a:lnTo>
                <a:close/>
                <a:moveTo>
                  <a:pt x="68248" y="41542"/>
                </a:moveTo>
                <a:cubicBezTo>
                  <a:pt x="53485" y="41542"/>
                  <a:pt x="41542" y="53485"/>
                  <a:pt x="41542" y="68248"/>
                </a:cubicBezTo>
                <a:cubicBezTo>
                  <a:pt x="41542" y="73181"/>
                  <a:pt x="37573" y="77150"/>
                  <a:pt x="32640" y="77150"/>
                </a:cubicBezTo>
                <a:cubicBezTo>
                  <a:pt x="27707" y="77150"/>
                  <a:pt x="23738" y="73181"/>
                  <a:pt x="23738" y="68248"/>
                </a:cubicBezTo>
                <a:cubicBezTo>
                  <a:pt x="23738" y="43656"/>
                  <a:pt x="43656" y="23738"/>
                  <a:pt x="68248" y="23738"/>
                </a:cubicBezTo>
                <a:cubicBezTo>
                  <a:pt x="73181" y="23738"/>
                  <a:pt x="77150" y="27707"/>
                  <a:pt x="77150" y="32640"/>
                </a:cubicBezTo>
                <a:cubicBezTo>
                  <a:pt x="77150" y="37573"/>
                  <a:pt x="73181" y="41542"/>
                  <a:pt x="68248" y="4154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67327" y="4338178"/>
            <a:ext cx="1918056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67327" y="4604047"/>
            <a:ext cx="1908561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Chain-of-thought reasoning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9813" y="5599869"/>
            <a:ext cx="5640224" cy="1253383"/>
          </a:xfrm>
          <a:custGeom>
            <a:avLst/>
            <a:gdLst/>
            <a:ahLst/>
            <a:cxnLst/>
            <a:rect l="l" t="t" r="r" b="b"/>
            <a:pathLst>
              <a:path w="5640224" h="1253383">
                <a:moveTo>
                  <a:pt x="151923" y="0"/>
                </a:moveTo>
                <a:lnTo>
                  <a:pt x="5488302" y="0"/>
                </a:lnTo>
                <a:cubicBezTo>
                  <a:pt x="5572206" y="0"/>
                  <a:pt x="5640224" y="68018"/>
                  <a:pt x="5640224" y="151923"/>
                </a:cubicBezTo>
                <a:lnTo>
                  <a:pt x="5640224" y="1101461"/>
                </a:lnTo>
                <a:cubicBezTo>
                  <a:pt x="5640224" y="1185365"/>
                  <a:pt x="5572206" y="1253383"/>
                  <a:pt x="5488302" y="1253383"/>
                </a:cubicBezTo>
                <a:lnTo>
                  <a:pt x="151923" y="1253383"/>
                </a:lnTo>
                <a:cubicBezTo>
                  <a:pt x="68018" y="1253383"/>
                  <a:pt x="0" y="1185365"/>
                  <a:pt x="0" y="1101461"/>
                </a:cubicBezTo>
                <a:lnTo>
                  <a:pt x="0" y="151923"/>
                </a:lnTo>
                <a:cubicBezTo>
                  <a:pt x="0" y="68074"/>
                  <a:pt x="68074" y="0"/>
                  <a:pt x="15192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430" dist="9495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4822" y="5837252"/>
            <a:ext cx="128187" cy="170916"/>
          </a:xfrm>
          <a:custGeom>
            <a:avLst/>
            <a:gdLst/>
            <a:ahLst/>
            <a:cxnLst/>
            <a:rect l="l" t="t" r="r" b="b"/>
            <a:pathLst>
              <a:path w="128187" h="170916">
                <a:moveTo>
                  <a:pt x="83422" y="22299"/>
                </a:moveTo>
                <a:cubicBezTo>
                  <a:pt x="86893" y="17526"/>
                  <a:pt x="85825" y="10849"/>
                  <a:pt x="81052" y="7377"/>
                </a:cubicBezTo>
                <a:cubicBezTo>
                  <a:pt x="76278" y="3906"/>
                  <a:pt x="69601" y="4974"/>
                  <a:pt x="66130" y="9748"/>
                </a:cubicBezTo>
                <a:lnTo>
                  <a:pt x="30745" y="58385"/>
                </a:lnTo>
                <a:lnTo>
                  <a:pt x="18227" y="45867"/>
                </a:lnTo>
                <a:cubicBezTo>
                  <a:pt x="14054" y="41694"/>
                  <a:pt x="7277" y="41694"/>
                  <a:pt x="3105" y="45867"/>
                </a:cubicBezTo>
                <a:cubicBezTo>
                  <a:pt x="-1068" y="50040"/>
                  <a:pt x="-1068" y="56816"/>
                  <a:pt x="3105" y="60989"/>
                </a:cubicBezTo>
                <a:lnTo>
                  <a:pt x="24469" y="82353"/>
                </a:lnTo>
                <a:cubicBezTo>
                  <a:pt x="26672" y="84557"/>
                  <a:pt x="29743" y="85692"/>
                  <a:pt x="32848" y="85458"/>
                </a:cubicBezTo>
                <a:cubicBezTo>
                  <a:pt x="35952" y="85224"/>
                  <a:pt x="38823" y="83622"/>
                  <a:pt x="40659" y="81085"/>
                </a:cubicBezTo>
                <a:lnTo>
                  <a:pt x="83388" y="22333"/>
                </a:lnTo>
                <a:close/>
                <a:moveTo>
                  <a:pt x="126151" y="67699"/>
                </a:moveTo>
                <a:cubicBezTo>
                  <a:pt x="129622" y="62925"/>
                  <a:pt x="128554" y="56249"/>
                  <a:pt x="123780" y="52777"/>
                </a:cubicBezTo>
                <a:cubicBezTo>
                  <a:pt x="119007" y="49305"/>
                  <a:pt x="112330" y="50373"/>
                  <a:pt x="108859" y="55147"/>
                </a:cubicBezTo>
                <a:lnTo>
                  <a:pt x="52109" y="133161"/>
                </a:lnTo>
                <a:lnTo>
                  <a:pt x="28909" y="109960"/>
                </a:lnTo>
                <a:cubicBezTo>
                  <a:pt x="24736" y="105788"/>
                  <a:pt x="17960" y="105788"/>
                  <a:pt x="13787" y="109960"/>
                </a:cubicBezTo>
                <a:cubicBezTo>
                  <a:pt x="9614" y="114133"/>
                  <a:pt x="9614" y="120910"/>
                  <a:pt x="13787" y="125082"/>
                </a:cubicBezTo>
                <a:lnTo>
                  <a:pt x="45833" y="157129"/>
                </a:lnTo>
                <a:cubicBezTo>
                  <a:pt x="48037" y="159332"/>
                  <a:pt x="51108" y="160467"/>
                  <a:pt x="54212" y="160234"/>
                </a:cubicBezTo>
                <a:cubicBezTo>
                  <a:pt x="57317" y="160000"/>
                  <a:pt x="60188" y="158398"/>
                  <a:pt x="62024" y="155861"/>
                </a:cubicBezTo>
                <a:lnTo>
                  <a:pt x="126117" y="67732"/>
                </a:ln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8112" y="5789776"/>
            <a:ext cx="5127477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 Verification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9720" y="6169589"/>
            <a:ext cx="5336374" cy="493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extracted fields are </a:t>
            </a:r>
            <a:r>
              <a:rPr lang="en-US" sz="1196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editable before confirmation</a:t>
            </a:r>
            <a:r>
              <a:rPr lang="en-US" sz="1196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ensuring accuracy and maintaining clinician oversight.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69811" y="1215402"/>
            <a:ext cx="5640224" cy="4681196"/>
          </a:xfrm>
          <a:custGeom>
            <a:avLst/>
            <a:gdLst/>
            <a:ahLst/>
            <a:cxnLst/>
            <a:rect l="l" t="t" r="r" b="b"/>
            <a:pathLst>
              <a:path w="5640224" h="4681196">
                <a:moveTo>
                  <a:pt x="151905" y="0"/>
                </a:moveTo>
                <a:lnTo>
                  <a:pt x="5488319" y="0"/>
                </a:lnTo>
                <a:cubicBezTo>
                  <a:pt x="5572214" y="0"/>
                  <a:pt x="5640224" y="68010"/>
                  <a:pt x="5640224" y="151905"/>
                </a:cubicBezTo>
                <a:lnTo>
                  <a:pt x="5640224" y="4529291"/>
                </a:lnTo>
                <a:cubicBezTo>
                  <a:pt x="5640224" y="4613186"/>
                  <a:pt x="5572214" y="4681196"/>
                  <a:pt x="5488319" y="4681196"/>
                </a:cubicBezTo>
                <a:lnTo>
                  <a:pt x="151905" y="4681196"/>
                </a:lnTo>
                <a:cubicBezTo>
                  <a:pt x="68010" y="4681196"/>
                  <a:pt x="0" y="4613186"/>
                  <a:pt x="0" y="4529291"/>
                </a:cubicBezTo>
                <a:lnTo>
                  <a:pt x="0" y="151905"/>
                </a:lnTo>
                <a:cubicBezTo>
                  <a:pt x="0" y="68066"/>
                  <a:pt x="68066" y="0"/>
                  <a:pt x="1519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430" dist="9495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66839" y="1414804"/>
            <a:ext cx="128187" cy="170916"/>
          </a:xfrm>
          <a:custGeom>
            <a:avLst/>
            <a:gdLst/>
            <a:ahLst/>
            <a:cxnLst/>
            <a:rect l="l" t="t" r="r" b="b"/>
            <a:pathLst>
              <a:path w="128187" h="170916">
                <a:moveTo>
                  <a:pt x="103952" y="10682"/>
                </a:moveTo>
                <a:lnTo>
                  <a:pt x="106822" y="10682"/>
                </a:lnTo>
                <a:cubicBezTo>
                  <a:pt x="118606" y="10682"/>
                  <a:pt x="128187" y="20263"/>
                  <a:pt x="128187" y="32047"/>
                </a:cubicBezTo>
                <a:lnTo>
                  <a:pt x="128187" y="149551"/>
                </a:lnTo>
                <a:cubicBezTo>
                  <a:pt x="128187" y="161335"/>
                  <a:pt x="118606" y="170916"/>
                  <a:pt x="106822" y="170916"/>
                </a:cubicBezTo>
                <a:lnTo>
                  <a:pt x="21364" y="170916"/>
                </a:lnTo>
                <a:cubicBezTo>
                  <a:pt x="9581" y="170916"/>
                  <a:pt x="0" y="161335"/>
                  <a:pt x="0" y="149551"/>
                </a:cubicBezTo>
                <a:lnTo>
                  <a:pt x="0" y="32047"/>
                </a:lnTo>
                <a:cubicBezTo>
                  <a:pt x="0" y="20263"/>
                  <a:pt x="9581" y="10682"/>
                  <a:pt x="21364" y="10682"/>
                </a:cubicBezTo>
                <a:lnTo>
                  <a:pt x="24235" y="10682"/>
                </a:lnTo>
                <a:cubicBezTo>
                  <a:pt x="27907" y="4306"/>
                  <a:pt x="34817" y="0"/>
                  <a:pt x="42729" y="0"/>
                </a:cubicBezTo>
                <a:lnTo>
                  <a:pt x="85458" y="0"/>
                </a:lnTo>
                <a:cubicBezTo>
                  <a:pt x="93369" y="0"/>
                  <a:pt x="100280" y="4306"/>
                  <a:pt x="103952" y="10682"/>
                </a:cubicBezTo>
                <a:close/>
                <a:moveTo>
                  <a:pt x="82787" y="37388"/>
                </a:moveTo>
                <a:cubicBezTo>
                  <a:pt x="87227" y="37388"/>
                  <a:pt x="90799" y="33816"/>
                  <a:pt x="90799" y="29376"/>
                </a:cubicBezTo>
                <a:cubicBezTo>
                  <a:pt x="90799" y="24936"/>
                  <a:pt x="87227" y="21364"/>
                  <a:pt x="82787" y="21364"/>
                </a:cubicBezTo>
                <a:lnTo>
                  <a:pt x="45400" y="21364"/>
                </a:lnTo>
                <a:cubicBezTo>
                  <a:pt x="40960" y="21364"/>
                  <a:pt x="37388" y="24936"/>
                  <a:pt x="37388" y="29376"/>
                </a:cubicBezTo>
                <a:cubicBezTo>
                  <a:pt x="37388" y="33816"/>
                  <a:pt x="40960" y="37388"/>
                  <a:pt x="45400" y="37388"/>
                </a:cubicBezTo>
                <a:lnTo>
                  <a:pt x="82787" y="37388"/>
                </a:lnTo>
                <a:close/>
                <a:moveTo>
                  <a:pt x="92268" y="87027"/>
                </a:moveTo>
                <a:cubicBezTo>
                  <a:pt x="94605" y="83288"/>
                  <a:pt x="93470" y="78348"/>
                  <a:pt x="89731" y="75977"/>
                </a:cubicBezTo>
                <a:cubicBezTo>
                  <a:pt x="85992" y="73607"/>
                  <a:pt x="81052" y="74776"/>
                  <a:pt x="78681" y="78514"/>
                </a:cubicBezTo>
                <a:lnTo>
                  <a:pt x="58185" y="111329"/>
                </a:lnTo>
                <a:lnTo>
                  <a:pt x="49172" y="99311"/>
                </a:lnTo>
                <a:cubicBezTo>
                  <a:pt x="46501" y="95773"/>
                  <a:pt x="41494" y="95039"/>
                  <a:pt x="37955" y="97709"/>
                </a:cubicBezTo>
                <a:cubicBezTo>
                  <a:pt x="34417" y="100380"/>
                  <a:pt x="33682" y="105387"/>
                  <a:pt x="36353" y="108925"/>
                </a:cubicBezTo>
                <a:lnTo>
                  <a:pt x="52376" y="130290"/>
                </a:lnTo>
                <a:cubicBezTo>
                  <a:pt x="53945" y="132393"/>
                  <a:pt x="56482" y="133595"/>
                  <a:pt x="59120" y="133495"/>
                </a:cubicBezTo>
                <a:cubicBezTo>
                  <a:pt x="61757" y="133395"/>
                  <a:pt x="64160" y="131992"/>
                  <a:pt x="65562" y="129722"/>
                </a:cubicBezTo>
                <a:lnTo>
                  <a:pt x="92268" y="86994"/>
                </a:ln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40129" y="1367327"/>
            <a:ext cx="5203439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Card Interface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21737" y="1747140"/>
            <a:ext cx="5336374" cy="3465794"/>
          </a:xfrm>
          <a:custGeom>
            <a:avLst/>
            <a:gdLst/>
            <a:ahLst/>
            <a:cxnLst/>
            <a:rect l="l" t="t" r="r" b="b"/>
            <a:pathLst>
              <a:path w="5336374" h="3465794">
                <a:moveTo>
                  <a:pt x="113955" y="0"/>
                </a:moveTo>
                <a:lnTo>
                  <a:pt x="5222419" y="0"/>
                </a:lnTo>
                <a:cubicBezTo>
                  <a:pt x="5285354" y="0"/>
                  <a:pt x="5336374" y="51020"/>
                  <a:pt x="5336374" y="113955"/>
                </a:cubicBezTo>
                <a:lnTo>
                  <a:pt x="5336374" y="3351839"/>
                </a:lnTo>
                <a:cubicBezTo>
                  <a:pt x="5336374" y="3414775"/>
                  <a:pt x="5285354" y="3465794"/>
                  <a:pt x="5222419" y="3465794"/>
                </a:cubicBezTo>
                <a:lnTo>
                  <a:pt x="113955" y="3465794"/>
                </a:lnTo>
                <a:cubicBezTo>
                  <a:pt x="51020" y="3465794"/>
                  <a:pt x="0" y="3414775"/>
                  <a:pt x="0" y="3351839"/>
                </a:cubicBezTo>
                <a:lnTo>
                  <a:pt x="0" y="113955"/>
                </a:lnTo>
                <a:cubicBezTo>
                  <a:pt x="0" y="51062"/>
                  <a:pt x="51062" y="0"/>
                  <a:pt x="113955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92652" y="1899065"/>
            <a:ext cx="5013533" cy="1490766"/>
          </a:xfrm>
          <a:custGeom>
            <a:avLst/>
            <a:gdLst/>
            <a:ahLst/>
            <a:cxnLst/>
            <a:rect l="l" t="t" r="r" b="b"/>
            <a:pathLst>
              <a:path w="5013533" h="1490766">
                <a:moveTo>
                  <a:pt x="37981" y="0"/>
                </a:moveTo>
                <a:lnTo>
                  <a:pt x="4937563" y="0"/>
                </a:lnTo>
                <a:cubicBezTo>
                  <a:pt x="4979520" y="0"/>
                  <a:pt x="5013533" y="34013"/>
                  <a:pt x="5013533" y="75969"/>
                </a:cubicBezTo>
                <a:lnTo>
                  <a:pt x="5013533" y="1414797"/>
                </a:lnTo>
                <a:cubicBezTo>
                  <a:pt x="5013533" y="1456754"/>
                  <a:pt x="4979520" y="1490766"/>
                  <a:pt x="4937563" y="1490766"/>
                </a:cubicBezTo>
                <a:lnTo>
                  <a:pt x="37981" y="1490766"/>
                </a:lnTo>
                <a:cubicBezTo>
                  <a:pt x="17005" y="1490766"/>
                  <a:pt x="0" y="1473762"/>
                  <a:pt x="0" y="1452785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486" dist="949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92652" y="1899065"/>
            <a:ext cx="37981" cy="1490766"/>
          </a:xfrm>
          <a:custGeom>
            <a:avLst/>
            <a:gdLst/>
            <a:ahLst/>
            <a:cxnLst/>
            <a:rect l="l" t="t" r="r" b="b"/>
            <a:pathLst>
              <a:path w="37981" h="1490766">
                <a:moveTo>
                  <a:pt x="37981" y="0"/>
                </a:moveTo>
                <a:lnTo>
                  <a:pt x="37981" y="0"/>
                </a:lnTo>
                <a:lnTo>
                  <a:pt x="37981" y="1490766"/>
                </a:lnTo>
                <a:lnTo>
                  <a:pt x="37981" y="1490766"/>
                </a:lnTo>
                <a:cubicBezTo>
                  <a:pt x="17005" y="1490766"/>
                  <a:pt x="0" y="1473762"/>
                  <a:pt x="0" y="1452785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25587" y="2013009"/>
            <a:ext cx="1728150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Reason of Hospitalization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251295" y="2060486"/>
            <a:ext cx="116318" cy="132935"/>
          </a:xfrm>
          <a:custGeom>
            <a:avLst/>
            <a:gdLst/>
            <a:ahLst/>
            <a:cxnLst/>
            <a:rect l="l" t="t" r="r" b="b"/>
            <a:pathLst>
              <a:path w="116318" h="132935">
                <a:moveTo>
                  <a:pt x="52291" y="105569"/>
                </a:moveTo>
                <a:cubicBezTo>
                  <a:pt x="55537" y="108814"/>
                  <a:pt x="60807" y="108814"/>
                  <a:pt x="64053" y="105569"/>
                </a:cubicBezTo>
                <a:lnTo>
                  <a:pt x="113903" y="55718"/>
                </a:lnTo>
                <a:cubicBezTo>
                  <a:pt x="117149" y="52473"/>
                  <a:pt x="117149" y="47202"/>
                  <a:pt x="113903" y="43957"/>
                </a:cubicBezTo>
                <a:cubicBezTo>
                  <a:pt x="110658" y="40711"/>
                  <a:pt x="105387" y="40711"/>
                  <a:pt x="102142" y="43957"/>
                </a:cubicBezTo>
                <a:lnTo>
                  <a:pt x="58159" y="87939"/>
                </a:lnTo>
                <a:lnTo>
                  <a:pt x="14176" y="43983"/>
                </a:lnTo>
                <a:cubicBezTo>
                  <a:pt x="10931" y="40737"/>
                  <a:pt x="5660" y="40737"/>
                  <a:pt x="2415" y="43983"/>
                </a:cubicBezTo>
                <a:cubicBezTo>
                  <a:pt x="-831" y="47228"/>
                  <a:pt x="-831" y="52499"/>
                  <a:pt x="2415" y="55744"/>
                </a:cubicBezTo>
                <a:lnTo>
                  <a:pt x="52265" y="105595"/>
                </a:ln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25587" y="2278879"/>
            <a:ext cx="4842617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Chest pain, shortness of breath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625587" y="2587477"/>
            <a:ext cx="4766654" cy="9495"/>
          </a:xfrm>
          <a:custGeom>
            <a:avLst/>
            <a:gdLst/>
            <a:ahLst/>
            <a:cxnLst/>
            <a:rect l="l" t="t" r="r" b="b"/>
            <a:pathLst>
              <a:path w="4766654" h="9495">
                <a:moveTo>
                  <a:pt x="0" y="0"/>
                </a:moveTo>
                <a:lnTo>
                  <a:pt x="4766654" y="0"/>
                </a:lnTo>
                <a:lnTo>
                  <a:pt x="4766654" y="9495"/>
                </a:lnTo>
                <a:lnTo>
                  <a:pt x="0" y="9495"/>
                </a:lnTo>
                <a:lnTo>
                  <a:pt x="0" y="0"/>
                </a:ln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661195" y="2691925"/>
            <a:ext cx="99701" cy="132935"/>
          </a:xfrm>
          <a:custGeom>
            <a:avLst/>
            <a:gdLst/>
            <a:ahLst/>
            <a:cxnLst/>
            <a:rect l="l" t="t" r="r" b="b"/>
            <a:pathLst>
              <a:path w="99701" h="132935">
                <a:moveTo>
                  <a:pt x="76048" y="99701"/>
                </a:moveTo>
                <a:cubicBezTo>
                  <a:pt x="77943" y="93911"/>
                  <a:pt x="81734" y="88666"/>
                  <a:pt x="86018" y="84149"/>
                </a:cubicBezTo>
                <a:cubicBezTo>
                  <a:pt x="94508" y="75217"/>
                  <a:pt x="99701" y="63144"/>
                  <a:pt x="99701" y="49850"/>
                </a:cubicBezTo>
                <a:cubicBezTo>
                  <a:pt x="99701" y="22329"/>
                  <a:pt x="77372" y="0"/>
                  <a:pt x="49850" y="0"/>
                </a:cubicBezTo>
                <a:cubicBezTo>
                  <a:pt x="22329" y="0"/>
                  <a:pt x="0" y="22329"/>
                  <a:pt x="0" y="49850"/>
                </a:cubicBezTo>
                <a:cubicBezTo>
                  <a:pt x="0" y="63144"/>
                  <a:pt x="5193" y="75217"/>
                  <a:pt x="13683" y="84149"/>
                </a:cubicBezTo>
                <a:cubicBezTo>
                  <a:pt x="17967" y="88666"/>
                  <a:pt x="21784" y="93911"/>
                  <a:pt x="23653" y="99701"/>
                </a:cubicBezTo>
                <a:lnTo>
                  <a:pt x="76022" y="99701"/>
                </a:lnTo>
                <a:close/>
                <a:moveTo>
                  <a:pt x="74776" y="112164"/>
                </a:moveTo>
                <a:lnTo>
                  <a:pt x="24925" y="112164"/>
                </a:lnTo>
                <a:lnTo>
                  <a:pt x="24925" y="116318"/>
                </a:lnTo>
                <a:cubicBezTo>
                  <a:pt x="24925" y="127794"/>
                  <a:pt x="34220" y="137089"/>
                  <a:pt x="45696" y="137089"/>
                </a:cubicBezTo>
                <a:lnTo>
                  <a:pt x="54005" y="137089"/>
                </a:lnTo>
                <a:cubicBezTo>
                  <a:pt x="65481" y="137089"/>
                  <a:pt x="74776" y="127794"/>
                  <a:pt x="74776" y="116318"/>
                </a:cubicBezTo>
                <a:lnTo>
                  <a:pt x="74776" y="112164"/>
                </a:lnTo>
                <a:close/>
                <a:moveTo>
                  <a:pt x="47773" y="29079"/>
                </a:moveTo>
                <a:cubicBezTo>
                  <a:pt x="37440" y="29079"/>
                  <a:pt x="29079" y="37440"/>
                  <a:pt x="29079" y="47773"/>
                </a:cubicBezTo>
                <a:cubicBezTo>
                  <a:pt x="29079" y="51227"/>
                  <a:pt x="26301" y="54005"/>
                  <a:pt x="22848" y="54005"/>
                </a:cubicBezTo>
                <a:cubicBezTo>
                  <a:pt x="19395" y="54005"/>
                  <a:pt x="16617" y="51227"/>
                  <a:pt x="16617" y="47773"/>
                </a:cubicBezTo>
                <a:cubicBezTo>
                  <a:pt x="16617" y="30559"/>
                  <a:pt x="30559" y="16617"/>
                  <a:pt x="47773" y="16617"/>
                </a:cubicBezTo>
                <a:cubicBezTo>
                  <a:pt x="51227" y="16617"/>
                  <a:pt x="54005" y="19395"/>
                  <a:pt x="54005" y="22848"/>
                </a:cubicBezTo>
                <a:cubicBezTo>
                  <a:pt x="54005" y="26301"/>
                  <a:pt x="51227" y="29079"/>
                  <a:pt x="47773" y="29079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24900" y="2668187"/>
            <a:ext cx="4633808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21252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Reasoning: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25587" y="2896075"/>
            <a:ext cx="4833121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"Patient mentioned experiencing chest pain and difficulty breathing for the past 2 days..."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92652" y="3503776"/>
            <a:ext cx="5013533" cy="721645"/>
          </a:xfrm>
          <a:custGeom>
            <a:avLst/>
            <a:gdLst/>
            <a:ahLst/>
            <a:cxnLst/>
            <a:rect l="l" t="t" r="r" b="b"/>
            <a:pathLst>
              <a:path w="5013533" h="721645">
                <a:moveTo>
                  <a:pt x="37981" y="0"/>
                </a:moveTo>
                <a:lnTo>
                  <a:pt x="4937572" y="0"/>
                </a:lnTo>
                <a:cubicBezTo>
                  <a:pt x="4979524" y="0"/>
                  <a:pt x="5013533" y="34009"/>
                  <a:pt x="5013533" y="75960"/>
                </a:cubicBezTo>
                <a:lnTo>
                  <a:pt x="5013533" y="645685"/>
                </a:lnTo>
                <a:cubicBezTo>
                  <a:pt x="5013533" y="687636"/>
                  <a:pt x="4979524" y="721645"/>
                  <a:pt x="4937572" y="721645"/>
                </a:cubicBezTo>
                <a:lnTo>
                  <a:pt x="37981" y="721645"/>
                </a:lnTo>
                <a:cubicBezTo>
                  <a:pt x="17005" y="721645"/>
                  <a:pt x="0" y="704640"/>
                  <a:pt x="0" y="683664"/>
                </a:cubicBezTo>
                <a:lnTo>
                  <a:pt x="0" y="37981"/>
                </a:lnTo>
                <a:cubicBezTo>
                  <a:pt x="0" y="17005"/>
                  <a:pt x="17005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486" dist="949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92652" y="3503776"/>
            <a:ext cx="37981" cy="721645"/>
          </a:xfrm>
          <a:custGeom>
            <a:avLst/>
            <a:gdLst/>
            <a:ahLst/>
            <a:cxnLst/>
            <a:rect l="l" t="t" r="r" b="b"/>
            <a:pathLst>
              <a:path w="37981" h="721645">
                <a:moveTo>
                  <a:pt x="37981" y="0"/>
                </a:moveTo>
                <a:lnTo>
                  <a:pt x="37981" y="0"/>
                </a:lnTo>
                <a:lnTo>
                  <a:pt x="37981" y="721645"/>
                </a:lnTo>
                <a:lnTo>
                  <a:pt x="37981" y="721645"/>
                </a:lnTo>
                <a:cubicBezTo>
                  <a:pt x="17019" y="721645"/>
                  <a:pt x="0" y="704626"/>
                  <a:pt x="0" y="683664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25587" y="3617720"/>
            <a:ext cx="140530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Medications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251295" y="3665196"/>
            <a:ext cx="116318" cy="132935"/>
          </a:xfrm>
          <a:custGeom>
            <a:avLst/>
            <a:gdLst/>
            <a:ahLst/>
            <a:cxnLst/>
            <a:rect l="l" t="t" r="r" b="b"/>
            <a:pathLst>
              <a:path w="116318" h="132935">
                <a:moveTo>
                  <a:pt x="52291" y="105569"/>
                </a:moveTo>
                <a:cubicBezTo>
                  <a:pt x="55537" y="108814"/>
                  <a:pt x="60807" y="108814"/>
                  <a:pt x="64053" y="105569"/>
                </a:cubicBezTo>
                <a:lnTo>
                  <a:pt x="113903" y="55718"/>
                </a:lnTo>
                <a:cubicBezTo>
                  <a:pt x="117149" y="52473"/>
                  <a:pt x="117149" y="47202"/>
                  <a:pt x="113903" y="43957"/>
                </a:cubicBezTo>
                <a:cubicBezTo>
                  <a:pt x="110658" y="40711"/>
                  <a:pt x="105387" y="40711"/>
                  <a:pt x="102142" y="43957"/>
                </a:cubicBezTo>
                <a:lnTo>
                  <a:pt x="58159" y="87939"/>
                </a:lnTo>
                <a:lnTo>
                  <a:pt x="14176" y="43983"/>
                </a:lnTo>
                <a:cubicBezTo>
                  <a:pt x="10931" y="40737"/>
                  <a:pt x="5660" y="40737"/>
                  <a:pt x="2415" y="43983"/>
                </a:cubicBezTo>
                <a:cubicBezTo>
                  <a:pt x="-831" y="47228"/>
                  <a:pt x="-831" y="52499"/>
                  <a:pt x="2415" y="55744"/>
                </a:cubicBezTo>
                <a:lnTo>
                  <a:pt x="52265" y="105595"/>
                </a:ln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625587" y="3883589"/>
            <a:ext cx="4842617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Metformin 500mg, Lisinopril 10mg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92652" y="4339364"/>
            <a:ext cx="5013533" cy="721645"/>
          </a:xfrm>
          <a:custGeom>
            <a:avLst/>
            <a:gdLst/>
            <a:ahLst/>
            <a:cxnLst/>
            <a:rect l="l" t="t" r="r" b="b"/>
            <a:pathLst>
              <a:path w="5013533" h="721645">
                <a:moveTo>
                  <a:pt x="37981" y="0"/>
                </a:moveTo>
                <a:lnTo>
                  <a:pt x="4937572" y="0"/>
                </a:lnTo>
                <a:cubicBezTo>
                  <a:pt x="4979524" y="0"/>
                  <a:pt x="5013533" y="34009"/>
                  <a:pt x="5013533" y="75960"/>
                </a:cubicBezTo>
                <a:lnTo>
                  <a:pt x="5013533" y="645685"/>
                </a:lnTo>
                <a:cubicBezTo>
                  <a:pt x="5013533" y="687636"/>
                  <a:pt x="4979524" y="721645"/>
                  <a:pt x="4937572" y="721645"/>
                </a:cubicBezTo>
                <a:lnTo>
                  <a:pt x="37981" y="721645"/>
                </a:lnTo>
                <a:cubicBezTo>
                  <a:pt x="17005" y="721645"/>
                  <a:pt x="0" y="704640"/>
                  <a:pt x="0" y="683664"/>
                </a:cubicBezTo>
                <a:lnTo>
                  <a:pt x="0" y="37981"/>
                </a:lnTo>
                <a:cubicBezTo>
                  <a:pt x="0" y="17005"/>
                  <a:pt x="17005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486" dist="949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492652" y="4339364"/>
            <a:ext cx="37981" cy="721645"/>
          </a:xfrm>
          <a:custGeom>
            <a:avLst/>
            <a:gdLst/>
            <a:ahLst/>
            <a:cxnLst/>
            <a:rect l="l" t="t" r="r" b="b"/>
            <a:pathLst>
              <a:path w="37981" h="721645">
                <a:moveTo>
                  <a:pt x="37981" y="0"/>
                </a:moveTo>
                <a:lnTo>
                  <a:pt x="37981" y="0"/>
                </a:lnTo>
                <a:lnTo>
                  <a:pt x="37981" y="721645"/>
                </a:lnTo>
                <a:lnTo>
                  <a:pt x="37981" y="721645"/>
                </a:lnTo>
                <a:cubicBezTo>
                  <a:pt x="17019" y="721645"/>
                  <a:pt x="0" y="704626"/>
                  <a:pt x="0" y="683664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625587" y="4453308"/>
            <a:ext cx="636187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Allergies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251295" y="4500785"/>
            <a:ext cx="116318" cy="132935"/>
          </a:xfrm>
          <a:custGeom>
            <a:avLst/>
            <a:gdLst/>
            <a:ahLst/>
            <a:cxnLst/>
            <a:rect l="l" t="t" r="r" b="b"/>
            <a:pathLst>
              <a:path w="116318" h="132935">
                <a:moveTo>
                  <a:pt x="52291" y="105569"/>
                </a:moveTo>
                <a:cubicBezTo>
                  <a:pt x="55537" y="108814"/>
                  <a:pt x="60807" y="108814"/>
                  <a:pt x="64053" y="105569"/>
                </a:cubicBezTo>
                <a:lnTo>
                  <a:pt x="113903" y="55718"/>
                </a:lnTo>
                <a:cubicBezTo>
                  <a:pt x="117149" y="52473"/>
                  <a:pt x="117149" y="47202"/>
                  <a:pt x="113903" y="43957"/>
                </a:cubicBezTo>
                <a:cubicBezTo>
                  <a:pt x="110658" y="40711"/>
                  <a:pt x="105387" y="40711"/>
                  <a:pt x="102142" y="43957"/>
                </a:cubicBezTo>
                <a:lnTo>
                  <a:pt x="58159" y="87939"/>
                </a:lnTo>
                <a:lnTo>
                  <a:pt x="14176" y="43983"/>
                </a:lnTo>
                <a:cubicBezTo>
                  <a:pt x="10931" y="40737"/>
                  <a:pt x="5660" y="40737"/>
                  <a:pt x="2415" y="43983"/>
                </a:cubicBezTo>
                <a:cubicBezTo>
                  <a:pt x="-831" y="47228"/>
                  <a:pt x="-831" y="52499"/>
                  <a:pt x="2415" y="55744"/>
                </a:cubicBezTo>
                <a:lnTo>
                  <a:pt x="52265" y="105595"/>
                </a:ln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625587" y="4719178"/>
            <a:ext cx="4842617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Penicillin, Shellfish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21737" y="5326879"/>
            <a:ext cx="2611215" cy="417794"/>
          </a:xfrm>
          <a:custGeom>
            <a:avLst/>
            <a:gdLst/>
            <a:ahLst/>
            <a:cxnLst/>
            <a:rect l="l" t="t" r="r" b="b"/>
            <a:pathLst>
              <a:path w="2611215" h="417794">
                <a:moveTo>
                  <a:pt x="113945" y="0"/>
                </a:moveTo>
                <a:lnTo>
                  <a:pt x="2497270" y="0"/>
                </a:lnTo>
                <a:cubicBezTo>
                  <a:pt x="2560200" y="0"/>
                  <a:pt x="2611215" y="51015"/>
                  <a:pt x="2611215" y="113945"/>
                </a:cubicBezTo>
                <a:lnTo>
                  <a:pt x="2611215" y="303849"/>
                </a:lnTo>
                <a:cubicBezTo>
                  <a:pt x="2611215" y="366779"/>
                  <a:pt x="2560200" y="417794"/>
                  <a:pt x="2497270" y="417794"/>
                </a:cubicBezTo>
                <a:lnTo>
                  <a:pt x="113945" y="417794"/>
                </a:lnTo>
                <a:cubicBezTo>
                  <a:pt x="51015" y="417794"/>
                  <a:pt x="0" y="366779"/>
                  <a:pt x="0" y="303849"/>
                </a:cubicBezTo>
                <a:lnTo>
                  <a:pt x="0" y="113945"/>
                </a:lnTo>
                <a:cubicBezTo>
                  <a:pt x="0" y="51057"/>
                  <a:pt x="51057" y="0"/>
                  <a:pt x="113945" y="0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181805" y="5459813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139937" y="6439"/>
                </a:moveTo>
                <a:cubicBezTo>
                  <a:pt x="133439" y="-59"/>
                  <a:pt x="122935" y="-59"/>
                  <a:pt x="116436" y="6439"/>
                </a:cubicBezTo>
                <a:lnTo>
                  <a:pt x="109196" y="13679"/>
                </a:lnTo>
                <a:lnTo>
                  <a:pt x="138246" y="42729"/>
                </a:lnTo>
                <a:lnTo>
                  <a:pt x="145486" y="35489"/>
                </a:lnTo>
                <a:cubicBezTo>
                  <a:pt x="151985" y="28990"/>
                  <a:pt x="151985" y="18486"/>
                  <a:pt x="145486" y="11988"/>
                </a:cubicBezTo>
                <a:lnTo>
                  <a:pt x="139937" y="6439"/>
                </a:lnTo>
                <a:close/>
                <a:moveTo>
                  <a:pt x="51156" y="71719"/>
                </a:moveTo>
                <a:cubicBezTo>
                  <a:pt x="49346" y="73529"/>
                  <a:pt x="47951" y="75755"/>
                  <a:pt x="47150" y="78218"/>
                </a:cubicBezTo>
                <a:lnTo>
                  <a:pt x="38367" y="104567"/>
                </a:lnTo>
                <a:cubicBezTo>
                  <a:pt x="37507" y="107119"/>
                  <a:pt x="38189" y="109938"/>
                  <a:pt x="40088" y="111867"/>
                </a:cubicBezTo>
                <a:cubicBezTo>
                  <a:pt x="41987" y="113796"/>
                  <a:pt x="44806" y="114448"/>
                  <a:pt x="47388" y="113588"/>
                </a:cubicBezTo>
                <a:lnTo>
                  <a:pt x="73737" y="104805"/>
                </a:lnTo>
                <a:cubicBezTo>
                  <a:pt x="76170" y="104004"/>
                  <a:pt x="78396" y="102609"/>
                  <a:pt x="80236" y="100799"/>
                </a:cubicBezTo>
                <a:lnTo>
                  <a:pt x="128187" y="52788"/>
                </a:lnTo>
                <a:lnTo>
                  <a:pt x="99137" y="23738"/>
                </a:lnTo>
                <a:lnTo>
                  <a:pt x="51156" y="71719"/>
                </a:lnTo>
                <a:close/>
                <a:moveTo>
                  <a:pt x="28486" y="18991"/>
                </a:moveTo>
                <a:cubicBezTo>
                  <a:pt x="12759" y="18991"/>
                  <a:pt x="0" y="31750"/>
                  <a:pt x="0" y="47477"/>
                </a:cubicBezTo>
                <a:lnTo>
                  <a:pt x="0" y="123439"/>
                </a:lnTo>
                <a:cubicBezTo>
                  <a:pt x="0" y="139166"/>
                  <a:pt x="12759" y="151925"/>
                  <a:pt x="28486" y="151925"/>
                </a:cubicBezTo>
                <a:lnTo>
                  <a:pt x="104449" y="151925"/>
                </a:lnTo>
                <a:cubicBezTo>
                  <a:pt x="120175" y="151925"/>
                  <a:pt x="132935" y="139166"/>
                  <a:pt x="132935" y="123439"/>
                </a:cubicBezTo>
                <a:lnTo>
                  <a:pt x="132935" y="94953"/>
                </a:lnTo>
                <a:cubicBezTo>
                  <a:pt x="132935" y="89701"/>
                  <a:pt x="128691" y="85458"/>
                  <a:pt x="123439" y="85458"/>
                </a:cubicBezTo>
                <a:cubicBezTo>
                  <a:pt x="118187" y="85458"/>
                  <a:pt x="113944" y="89701"/>
                  <a:pt x="113944" y="94953"/>
                </a:cubicBezTo>
                <a:lnTo>
                  <a:pt x="113944" y="123439"/>
                </a:lnTo>
                <a:cubicBezTo>
                  <a:pt x="113944" y="128691"/>
                  <a:pt x="109701" y="132935"/>
                  <a:pt x="104449" y="132935"/>
                </a:cubicBezTo>
                <a:lnTo>
                  <a:pt x="28486" y="132935"/>
                </a:lnTo>
                <a:cubicBezTo>
                  <a:pt x="23234" y="132935"/>
                  <a:pt x="18991" y="128691"/>
                  <a:pt x="18991" y="123439"/>
                </a:cubicBezTo>
                <a:lnTo>
                  <a:pt x="18991" y="47477"/>
                </a:lnTo>
                <a:cubicBezTo>
                  <a:pt x="18991" y="42225"/>
                  <a:pt x="23234" y="37981"/>
                  <a:pt x="28486" y="37981"/>
                </a:cubicBezTo>
                <a:lnTo>
                  <a:pt x="56972" y="37981"/>
                </a:lnTo>
                <a:cubicBezTo>
                  <a:pt x="62224" y="37981"/>
                  <a:pt x="66467" y="33738"/>
                  <a:pt x="66467" y="28486"/>
                </a:cubicBezTo>
                <a:cubicBezTo>
                  <a:pt x="66467" y="23234"/>
                  <a:pt x="62224" y="18991"/>
                  <a:pt x="56972" y="18991"/>
                </a:cubicBezTo>
                <a:lnTo>
                  <a:pt x="28486" y="1899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73662" y="5326879"/>
            <a:ext cx="2497271" cy="417794"/>
          </a:xfrm>
          <a:prstGeom prst="rect">
            <a:avLst/>
          </a:prstGeom>
          <a:noFill/>
          <a:ln/>
        </p:spPr>
        <p:txBody>
          <a:bodyPr wrap="square" lIns="0" tIns="94953" rIns="0" bIns="94953" rtlCol="0" anchor="ctr"/>
          <a:lstStyle/>
          <a:p>
            <a:pPr algn="ctr">
              <a:lnSpc>
                <a:spcPct val="130000"/>
              </a:lnSpc>
            </a:pPr>
            <a:r>
              <a:rPr lang="en-US" sz="119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Edit Fields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045857" y="5326879"/>
            <a:ext cx="2611215" cy="417794"/>
          </a:xfrm>
          <a:custGeom>
            <a:avLst/>
            <a:gdLst/>
            <a:ahLst/>
            <a:cxnLst/>
            <a:rect l="l" t="t" r="r" b="b"/>
            <a:pathLst>
              <a:path w="2611215" h="417794">
                <a:moveTo>
                  <a:pt x="113945" y="0"/>
                </a:moveTo>
                <a:lnTo>
                  <a:pt x="2497270" y="0"/>
                </a:lnTo>
                <a:cubicBezTo>
                  <a:pt x="2560200" y="0"/>
                  <a:pt x="2611215" y="51015"/>
                  <a:pt x="2611215" y="113945"/>
                </a:cubicBezTo>
                <a:lnTo>
                  <a:pt x="2611215" y="303849"/>
                </a:lnTo>
                <a:cubicBezTo>
                  <a:pt x="2611215" y="366779"/>
                  <a:pt x="2560200" y="417794"/>
                  <a:pt x="2497270" y="417794"/>
                </a:cubicBezTo>
                <a:lnTo>
                  <a:pt x="113945" y="417794"/>
                </a:lnTo>
                <a:cubicBezTo>
                  <a:pt x="51015" y="417794"/>
                  <a:pt x="0" y="366779"/>
                  <a:pt x="0" y="303849"/>
                </a:cubicBezTo>
                <a:lnTo>
                  <a:pt x="0" y="113945"/>
                </a:lnTo>
                <a:cubicBezTo>
                  <a:pt x="0" y="51057"/>
                  <a:pt x="51057" y="0"/>
                  <a:pt x="113945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981592" y="5459813"/>
            <a:ext cx="132935" cy="151925"/>
          </a:xfrm>
          <a:custGeom>
            <a:avLst/>
            <a:gdLst/>
            <a:ahLst/>
            <a:cxnLst/>
            <a:rect l="l" t="t" r="r" b="b"/>
            <a:pathLst>
              <a:path w="132935" h="151925">
                <a:moveTo>
                  <a:pt x="129018" y="20801"/>
                </a:moveTo>
                <a:cubicBezTo>
                  <a:pt x="133261" y="23887"/>
                  <a:pt x="134211" y="29821"/>
                  <a:pt x="131125" y="34064"/>
                </a:cubicBezTo>
                <a:lnTo>
                  <a:pt x="55162" y="138513"/>
                </a:lnTo>
                <a:cubicBezTo>
                  <a:pt x="53530" y="140768"/>
                  <a:pt x="51008" y="142163"/>
                  <a:pt x="48218" y="142400"/>
                </a:cubicBezTo>
                <a:cubicBezTo>
                  <a:pt x="45429" y="142638"/>
                  <a:pt x="42729" y="141599"/>
                  <a:pt x="40771" y="139641"/>
                </a:cubicBezTo>
                <a:lnTo>
                  <a:pt x="2789" y="101659"/>
                </a:lnTo>
                <a:cubicBezTo>
                  <a:pt x="-920" y="97950"/>
                  <a:pt x="-920" y="91927"/>
                  <a:pt x="2789" y="88218"/>
                </a:cubicBezTo>
                <a:cubicBezTo>
                  <a:pt x="6498" y="84508"/>
                  <a:pt x="12522" y="84508"/>
                  <a:pt x="16231" y="88218"/>
                </a:cubicBezTo>
                <a:lnTo>
                  <a:pt x="46349" y="118336"/>
                </a:lnTo>
                <a:lnTo>
                  <a:pt x="115784" y="22878"/>
                </a:lnTo>
                <a:cubicBezTo>
                  <a:pt x="118870" y="18635"/>
                  <a:pt x="124804" y="17685"/>
                  <a:pt x="129047" y="2077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197782" y="5326879"/>
            <a:ext cx="2497271" cy="417794"/>
          </a:xfrm>
          <a:prstGeom prst="rect">
            <a:avLst/>
          </a:prstGeom>
          <a:noFill/>
          <a:ln/>
        </p:spPr>
        <p:txBody>
          <a:bodyPr wrap="square" lIns="0" tIns="94953" rIns="0" bIns="94953" rtlCol="0" anchor="ctr"/>
          <a:lstStyle/>
          <a:p>
            <a:pPr algn="ctr">
              <a:lnSpc>
                <a:spcPct val="130000"/>
              </a:lnSpc>
            </a:pPr>
            <a:r>
              <a:rPr lang="en-US" sz="119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74559" y="6053271"/>
            <a:ext cx="5630729" cy="797607"/>
          </a:xfrm>
          <a:custGeom>
            <a:avLst/>
            <a:gdLst/>
            <a:ahLst/>
            <a:cxnLst/>
            <a:rect l="l" t="t" r="r" b="b"/>
            <a:pathLst>
              <a:path w="5630729" h="797607">
                <a:moveTo>
                  <a:pt x="151928" y="0"/>
                </a:moveTo>
                <a:lnTo>
                  <a:pt x="5478801" y="0"/>
                </a:lnTo>
                <a:cubicBezTo>
                  <a:pt x="5562708" y="0"/>
                  <a:pt x="5630729" y="68021"/>
                  <a:pt x="5630729" y="151928"/>
                </a:cubicBezTo>
                <a:lnTo>
                  <a:pt x="5630729" y="645679"/>
                </a:lnTo>
                <a:cubicBezTo>
                  <a:pt x="5630729" y="729587"/>
                  <a:pt x="5562708" y="797607"/>
                  <a:pt x="5478801" y="797607"/>
                </a:cubicBezTo>
                <a:lnTo>
                  <a:pt x="151928" y="797607"/>
                </a:lnTo>
                <a:cubicBezTo>
                  <a:pt x="68021" y="797607"/>
                  <a:pt x="0" y="729587"/>
                  <a:pt x="0" y="645679"/>
                </a:cubicBezTo>
                <a:lnTo>
                  <a:pt x="0" y="151928"/>
                </a:lnTo>
                <a:cubicBezTo>
                  <a:pt x="0" y="68077"/>
                  <a:pt x="68077" y="0"/>
                  <a:pt x="151928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 w="12700">
            <a:solidFill>
              <a:srgbClr val="FF6B6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354970" y="6228935"/>
            <a:ext cx="189907" cy="189907"/>
          </a:xfrm>
          <a:custGeom>
            <a:avLst/>
            <a:gdLst/>
            <a:ahLst/>
            <a:cxnLst/>
            <a:rect l="l" t="t" r="r" b="b"/>
            <a:pathLst>
              <a:path w="189907" h="189907">
                <a:moveTo>
                  <a:pt x="94953" y="189907"/>
                </a:moveTo>
                <a:cubicBezTo>
                  <a:pt x="147359" y="189907"/>
                  <a:pt x="189907" y="147359"/>
                  <a:pt x="189907" y="94953"/>
                </a:cubicBezTo>
                <a:cubicBezTo>
                  <a:pt x="189907" y="42547"/>
                  <a:pt x="147359" y="0"/>
                  <a:pt x="94953" y="0"/>
                </a:cubicBezTo>
                <a:cubicBezTo>
                  <a:pt x="42547" y="0"/>
                  <a:pt x="0" y="42547"/>
                  <a:pt x="0" y="94953"/>
                </a:cubicBezTo>
                <a:cubicBezTo>
                  <a:pt x="0" y="147359"/>
                  <a:pt x="42547" y="189907"/>
                  <a:pt x="94953" y="189907"/>
                </a:cubicBezTo>
                <a:close/>
                <a:moveTo>
                  <a:pt x="83084" y="59346"/>
                </a:moveTo>
                <a:cubicBezTo>
                  <a:pt x="83084" y="52795"/>
                  <a:pt x="88403" y="47477"/>
                  <a:pt x="94953" y="47477"/>
                </a:cubicBezTo>
                <a:cubicBezTo>
                  <a:pt x="101504" y="47477"/>
                  <a:pt x="106822" y="52795"/>
                  <a:pt x="106822" y="59346"/>
                </a:cubicBezTo>
                <a:cubicBezTo>
                  <a:pt x="106822" y="65897"/>
                  <a:pt x="101504" y="71215"/>
                  <a:pt x="94953" y="71215"/>
                </a:cubicBezTo>
                <a:cubicBezTo>
                  <a:pt x="88403" y="71215"/>
                  <a:pt x="83084" y="65897"/>
                  <a:pt x="83084" y="59346"/>
                </a:cubicBezTo>
                <a:close/>
                <a:moveTo>
                  <a:pt x="80117" y="83084"/>
                </a:moveTo>
                <a:lnTo>
                  <a:pt x="97921" y="83084"/>
                </a:lnTo>
                <a:cubicBezTo>
                  <a:pt x="102854" y="83084"/>
                  <a:pt x="106822" y="87053"/>
                  <a:pt x="106822" y="91986"/>
                </a:cubicBezTo>
                <a:lnTo>
                  <a:pt x="106822" y="124626"/>
                </a:lnTo>
                <a:lnTo>
                  <a:pt x="109790" y="124626"/>
                </a:lnTo>
                <a:cubicBezTo>
                  <a:pt x="114723" y="124626"/>
                  <a:pt x="118692" y="128595"/>
                  <a:pt x="118692" y="133528"/>
                </a:cubicBezTo>
                <a:cubicBezTo>
                  <a:pt x="118692" y="138461"/>
                  <a:pt x="114723" y="142430"/>
                  <a:pt x="109790" y="142430"/>
                </a:cubicBezTo>
                <a:lnTo>
                  <a:pt x="80117" y="142430"/>
                </a:lnTo>
                <a:cubicBezTo>
                  <a:pt x="75184" y="142430"/>
                  <a:pt x="71215" y="138461"/>
                  <a:pt x="71215" y="133528"/>
                </a:cubicBezTo>
                <a:cubicBezTo>
                  <a:pt x="71215" y="128595"/>
                  <a:pt x="75184" y="124626"/>
                  <a:pt x="80117" y="124626"/>
                </a:cubicBezTo>
                <a:lnTo>
                  <a:pt x="89019" y="124626"/>
                </a:lnTo>
                <a:lnTo>
                  <a:pt x="89019" y="100888"/>
                </a:lnTo>
                <a:lnTo>
                  <a:pt x="80117" y="100888"/>
                </a:lnTo>
                <a:cubicBezTo>
                  <a:pt x="75184" y="100888"/>
                  <a:pt x="71215" y="96919"/>
                  <a:pt x="71215" y="91986"/>
                </a:cubicBezTo>
                <a:cubicBezTo>
                  <a:pt x="71215" y="87053"/>
                  <a:pt x="75184" y="83084"/>
                  <a:pt x="80117" y="83084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682559" y="6209944"/>
            <a:ext cx="4956561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 Through Transparency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682559" y="6475813"/>
            <a:ext cx="4947065" cy="218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7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Expandable reasoning sections build clinician confidence in AI-generated extractions.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274" y="409528"/>
            <a:ext cx="68255" cy="409528"/>
          </a:xfrm>
          <a:custGeom>
            <a:avLst/>
            <a:gdLst/>
            <a:ahLst/>
            <a:cxnLst/>
            <a:rect l="l" t="t" r="r" b="b"/>
            <a:pathLst>
              <a:path w="68255" h="409528">
                <a:moveTo>
                  <a:pt x="34127" y="0"/>
                </a:moveTo>
                <a:lnTo>
                  <a:pt x="34127" y="0"/>
                </a:lnTo>
                <a:cubicBezTo>
                  <a:pt x="52975" y="0"/>
                  <a:pt x="68255" y="15279"/>
                  <a:pt x="68255" y="34127"/>
                </a:cubicBezTo>
                <a:lnTo>
                  <a:pt x="68255" y="375401"/>
                </a:lnTo>
                <a:cubicBezTo>
                  <a:pt x="68255" y="394249"/>
                  <a:pt x="52975" y="409528"/>
                  <a:pt x="34127" y="409528"/>
                </a:cubicBezTo>
                <a:lnTo>
                  <a:pt x="34127" y="409528"/>
                </a:lnTo>
                <a:cubicBezTo>
                  <a:pt x="15279" y="409528"/>
                  <a:pt x="0" y="394249"/>
                  <a:pt x="0" y="375401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1910" y="341274"/>
            <a:ext cx="3062931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kern="0" spc="94" dirty="0">
                <a:solidFill>
                  <a:srgbClr val="4A7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1910" y="546038"/>
            <a:ext cx="3156781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8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One-Click Form Filling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1274" y="1092076"/>
            <a:ext cx="5690738" cy="4163538"/>
          </a:xfrm>
          <a:custGeom>
            <a:avLst/>
            <a:gdLst/>
            <a:ahLst/>
            <a:cxnLst/>
            <a:rect l="l" t="t" r="r" b="b"/>
            <a:pathLst>
              <a:path w="5690738" h="4163538">
                <a:moveTo>
                  <a:pt x="136522" y="0"/>
                </a:moveTo>
                <a:lnTo>
                  <a:pt x="5554215" y="0"/>
                </a:lnTo>
                <a:cubicBezTo>
                  <a:pt x="5629614" y="0"/>
                  <a:pt x="5690738" y="61123"/>
                  <a:pt x="5690738" y="136522"/>
                </a:cubicBezTo>
                <a:lnTo>
                  <a:pt x="5690738" y="4027016"/>
                </a:lnTo>
                <a:cubicBezTo>
                  <a:pt x="5690738" y="4102415"/>
                  <a:pt x="5629614" y="4163538"/>
                  <a:pt x="5554215" y="4163538"/>
                </a:cubicBezTo>
                <a:lnTo>
                  <a:pt x="136522" y="4163538"/>
                </a:lnTo>
                <a:cubicBezTo>
                  <a:pt x="61123" y="4163538"/>
                  <a:pt x="0" y="4102415"/>
                  <a:pt x="0" y="4027016"/>
                </a:cubicBezTo>
                <a:lnTo>
                  <a:pt x="0" y="136522"/>
                </a:lnTo>
                <a:cubicBezTo>
                  <a:pt x="0" y="61123"/>
                  <a:pt x="61123" y="0"/>
                  <a:pt x="136522" y="0"/>
                </a:cubicBezTo>
                <a:close/>
              </a:path>
            </a:pathLst>
          </a:custGeom>
          <a:gradFill flip="none" rotWithShape="1">
            <a:gsLst>
              <a:gs pos="0">
                <a:srgbClr val="1A535C"/>
              </a:gs>
              <a:gs pos="100000">
                <a:srgbClr val="4A7C82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006007" y="1296840"/>
            <a:ext cx="358337" cy="409528"/>
          </a:xfrm>
          <a:custGeom>
            <a:avLst/>
            <a:gdLst/>
            <a:ahLst/>
            <a:cxnLst/>
            <a:rect l="l" t="t" r="r" b="b"/>
            <a:pathLst>
              <a:path w="358337" h="409528">
                <a:moveTo>
                  <a:pt x="61829" y="2000"/>
                </a:moveTo>
                <a:cubicBezTo>
                  <a:pt x="68308" y="-1280"/>
                  <a:pt x="76147" y="-560"/>
                  <a:pt x="81906" y="3839"/>
                </a:cubicBezTo>
                <a:lnTo>
                  <a:pt x="337861" y="195726"/>
                </a:lnTo>
                <a:cubicBezTo>
                  <a:pt x="344500" y="200685"/>
                  <a:pt x="347139" y="209323"/>
                  <a:pt x="344580" y="217162"/>
                </a:cubicBezTo>
                <a:cubicBezTo>
                  <a:pt x="342020" y="225001"/>
                  <a:pt x="334661" y="230280"/>
                  <a:pt x="326343" y="230280"/>
                </a:cubicBezTo>
                <a:lnTo>
                  <a:pt x="204524" y="230280"/>
                </a:lnTo>
                <a:lnTo>
                  <a:pt x="275632" y="372415"/>
                </a:lnTo>
                <a:cubicBezTo>
                  <a:pt x="281951" y="385053"/>
                  <a:pt x="276832" y="400410"/>
                  <a:pt x="264194" y="406729"/>
                </a:cubicBezTo>
                <a:cubicBezTo>
                  <a:pt x="251556" y="413048"/>
                  <a:pt x="236199" y="407929"/>
                  <a:pt x="229880" y="395291"/>
                </a:cubicBezTo>
                <a:lnTo>
                  <a:pt x="158772" y="253156"/>
                </a:lnTo>
                <a:lnTo>
                  <a:pt x="85745" y="350579"/>
                </a:lnTo>
                <a:cubicBezTo>
                  <a:pt x="80786" y="357217"/>
                  <a:pt x="72147" y="359857"/>
                  <a:pt x="64309" y="357297"/>
                </a:cubicBezTo>
                <a:cubicBezTo>
                  <a:pt x="56470" y="354738"/>
                  <a:pt x="51191" y="347379"/>
                  <a:pt x="51191" y="339141"/>
                </a:cubicBezTo>
                <a:lnTo>
                  <a:pt x="51191" y="19197"/>
                </a:lnTo>
                <a:cubicBezTo>
                  <a:pt x="51191" y="11918"/>
                  <a:pt x="55270" y="5279"/>
                  <a:pt x="61829" y="200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2049" y="1842878"/>
            <a:ext cx="5409187" cy="307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1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Seamless Automation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645" y="2252406"/>
            <a:ext cx="5357996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9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confirmation to completed form in seconds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6038" y="2696062"/>
            <a:ext cx="5281209" cy="716675"/>
          </a:xfrm>
          <a:custGeom>
            <a:avLst/>
            <a:gdLst/>
            <a:ahLst/>
            <a:cxnLst/>
            <a:rect l="l" t="t" r="r" b="b"/>
            <a:pathLst>
              <a:path w="5281209" h="716675">
                <a:moveTo>
                  <a:pt x="102384" y="0"/>
                </a:moveTo>
                <a:lnTo>
                  <a:pt x="5178825" y="0"/>
                </a:lnTo>
                <a:cubicBezTo>
                  <a:pt x="5235370" y="0"/>
                  <a:pt x="5281209" y="45839"/>
                  <a:pt x="5281209" y="102384"/>
                </a:cubicBezTo>
                <a:lnTo>
                  <a:pt x="5281209" y="614290"/>
                </a:lnTo>
                <a:cubicBezTo>
                  <a:pt x="5281209" y="670836"/>
                  <a:pt x="5235370" y="716675"/>
                  <a:pt x="5178825" y="716675"/>
                </a:cubicBezTo>
                <a:lnTo>
                  <a:pt x="102384" y="716675"/>
                </a:lnTo>
                <a:cubicBezTo>
                  <a:pt x="45839" y="716675"/>
                  <a:pt x="0" y="670836"/>
                  <a:pt x="0" y="614290"/>
                </a:cubicBezTo>
                <a:lnTo>
                  <a:pt x="0" y="102384"/>
                </a:lnTo>
                <a:cubicBezTo>
                  <a:pt x="0" y="45877"/>
                  <a:pt x="45877" y="0"/>
                  <a:pt x="10238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2547" y="2849635"/>
            <a:ext cx="409528" cy="409528"/>
          </a:xfrm>
          <a:custGeom>
            <a:avLst/>
            <a:gdLst/>
            <a:ahLst/>
            <a:cxnLst/>
            <a:rect l="l" t="t" r="r" b="b"/>
            <a:pathLst>
              <a:path w="409528" h="409528">
                <a:moveTo>
                  <a:pt x="204764" y="0"/>
                </a:moveTo>
                <a:lnTo>
                  <a:pt x="204764" y="0"/>
                </a:lnTo>
                <a:cubicBezTo>
                  <a:pt x="317777" y="0"/>
                  <a:pt x="409528" y="91752"/>
                  <a:pt x="409528" y="204764"/>
                </a:cubicBezTo>
                <a:lnTo>
                  <a:pt x="409528" y="204764"/>
                </a:lnTo>
                <a:cubicBezTo>
                  <a:pt x="409528" y="317777"/>
                  <a:pt x="317777" y="409528"/>
                  <a:pt x="204764" y="409528"/>
                </a:cubicBezTo>
                <a:lnTo>
                  <a:pt x="204764" y="409528"/>
                </a:lnTo>
                <a:cubicBezTo>
                  <a:pt x="91752" y="409528"/>
                  <a:pt x="0" y="317777"/>
                  <a:pt x="0" y="204764"/>
                </a:cubicBezTo>
                <a:lnTo>
                  <a:pt x="0" y="204764"/>
                </a:lnTo>
                <a:cubicBezTo>
                  <a:pt x="0" y="91752"/>
                  <a:pt x="91752" y="0"/>
                  <a:pt x="204764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0249" y="2934953"/>
            <a:ext cx="136509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28585" y="2832571"/>
            <a:ext cx="2235342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 Data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28585" y="3071463"/>
            <a:ext cx="2226810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and approve extracted fields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6038" y="3515118"/>
            <a:ext cx="5281209" cy="716675"/>
          </a:xfrm>
          <a:custGeom>
            <a:avLst/>
            <a:gdLst/>
            <a:ahLst/>
            <a:cxnLst/>
            <a:rect l="l" t="t" r="r" b="b"/>
            <a:pathLst>
              <a:path w="5281209" h="716675">
                <a:moveTo>
                  <a:pt x="102384" y="0"/>
                </a:moveTo>
                <a:lnTo>
                  <a:pt x="5178825" y="0"/>
                </a:lnTo>
                <a:cubicBezTo>
                  <a:pt x="5235370" y="0"/>
                  <a:pt x="5281209" y="45839"/>
                  <a:pt x="5281209" y="102384"/>
                </a:cubicBezTo>
                <a:lnTo>
                  <a:pt x="5281209" y="614290"/>
                </a:lnTo>
                <a:cubicBezTo>
                  <a:pt x="5281209" y="670836"/>
                  <a:pt x="5235370" y="716675"/>
                  <a:pt x="5178825" y="716675"/>
                </a:cubicBezTo>
                <a:lnTo>
                  <a:pt x="102384" y="716675"/>
                </a:lnTo>
                <a:cubicBezTo>
                  <a:pt x="45839" y="716675"/>
                  <a:pt x="0" y="670836"/>
                  <a:pt x="0" y="614290"/>
                </a:cubicBezTo>
                <a:lnTo>
                  <a:pt x="0" y="102384"/>
                </a:lnTo>
                <a:cubicBezTo>
                  <a:pt x="0" y="45877"/>
                  <a:pt x="45877" y="0"/>
                  <a:pt x="10238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2547" y="3668691"/>
            <a:ext cx="409528" cy="409528"/>
          </a:xfrm>
          <a:custGeom>
            <a:avLst/>
            <a:gdLst/>
            <a:ahLst/>
            <a:cxnLst/>
            <a:rect l="l" t="t" r="r" b="b"/>
            <a:pathLst>
              <a:path w="409528" h="409528">
                <a:moveTo>
                  <a:pt x="204764" y="0"/>
                </a:moveTo>
                <a:lnTo>
                  <a:pt x="204764" y="0"/>
                </a:lnTo>
                <a:cubicBezTo>
                  <a:pt x="317777" y="0"/>
                  <a:pt x="409528" y="91752"/>
                  <a:pt x="409528" y="204764"/>
                </a:cubicBezTo>
                <a:lnTo>
                  <a:pt x="409528" y="204764"/>
                </a:lnTo>
                <a:cubicBezTo>
                  <a:pt x="409528" y="317777"/>
                  <a:pt x="317777" y="409528"/>
                  <a:pt x="204764" y="409528"/>
                </a:cubicBezTo>
                <a:lnTo>
                  <a:pt x="204764" y="409528"/>
                </a:lnTo>
                <a:cubicBezTo>
                  <a:pt x="91752" y="409528"/>
                  <a:pt x="0" y="317777"/>
                  <a:pt x="0" y="204764"/>
                </a:cubicBezTo>
                <a:lnTo>
                  <a:pt x="0" y="204764"/>
                </a:lnTo>
                <a:cubicBezTo>
                  <a:pt x="0" y="91752"/>
                  <a:pt x="91752" y="0"/>
                  <a:pt x="204764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3852" y="3754010"/>
            <a:ext cx="170637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28585" y="3651628"/>
            <a:ext cx="2201215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Fill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28585" y="3890519"/>
            <a:ext cx="2192683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HSante switches to DxCare window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6038" y="4334175"/>
            <a:ext cx="5281209" cy="716675"/>
          </a:xfrm>
          <a:custGeom>
            <a:avLst/>
            <a:gdLst/>
            <a:ahLst/>
            <a:cxnLst/>
            <a:rect l="l" t="t" r="r" b="b"/>
            <a:pathLst>
              <a:path w="5281209" h="716675">
                <a:moveTo>
                  <a:pt x="102384" y="0"/>
                </a:moveTo>
                <a:lnTo>
                  <a:pt x="5178825" y="0"/>
                </a:lnTo>
                <a:cubicBezTo>
                  <a:pt x="5235370" y="0"/>
                  <a:pt x="5281209" y="45839"/>
                  <a:pt x="5281209" y="102384"/>
                </a:cubicBezTo>
                <a:lnTo>
                  <a:pt x="5281209" y="614290"/>
                </a:lnTo>
                <a:cubicBezTo>
                  <a:pt x="5281209" y="670836"/>
                  <a:pt x="5235370" y="716675"/>
                  <a:pt x="5178825" y="716675"/>
                </a:cubicBezTo>
                <a:lnTo>
                  <a:pt x="102384" y="716675"/>
                </a:lnTo>
                <a:cubicBezTo>
                  <a:pt x="45839" y="716675"/>
                  <a:pt x="0" y="670836"/>
                  <a:pt x="0" y="614290"/>
                </a:cubicBezTo>
                <a:lnTo>
                  <a:pt x="0" y="102384"/>
                </a:lnTo>
                <a:cubicBezTo>
                  <a:pt x="0" y="45877"/>
                  <a:pt x="45877" y="0"/>
                  <a:pt x="10238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2547" y="4487748"/>
            <a:ext cx="409528" cy="409528"/>
          </a:xfrm>
          <a:custGeom>
            <a:avLst/>
            <a:gdLst/>
            <a:ahLst/>
            <a:cxnLst/>
            <a:rect l="l" t="t" r="r" b="b"/>
            <a:pathLst>
              <a:path w="409528" h="409528">
                <a:moveTo>
                  <a:pt x="204764" y="0"/>
                </a:moveTo>
                <a:lnTo>
                  <a:pt x="204764" y="0"/>
                </a:lnTo>
                <a:cubicBezTo>
                  <a:pt x="317777" y="0"/>
                  <a:pt x="409528" y="91752"/>
                  <a:pt x="409528" y="204764"/>
                </a:cubicBezTo>
                <a:lnTo>
                  <a:pt x="409528" y="204764"/>
                </a:lnTo>
                <a:cubicBezTo>
                  <a:pt x="409528" y="317777"/>
                  <a:pt x="317777" y="409528"/>
                  <a:pt x="204764" y="409528"/>
                </a:cubicBezTo>
                <a:lnTo>
                  <a:pt x="204764" y="409528"/>
                </a:lnTo>
                <a:cubicBezTo>
                  <a:pt x="91752" y="409528"/>
                  <a:pt x="0" y="317777"/>
                  <a:pt x="0" y="204764"/>
                </a:cubicBezTo>
                <a:lnTo>
                  <a:pt x="0" y="204764"/>
                </a:lnTo>
                <a:cubicBezTo>
                  <a:pt x="0" y="91752"/>
                  <a:pt x="91752" y="0"/>
                  <a:pt x="204764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1653" y="4573066"/>
            <a:ext cx="179169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28585" y="4470684"/>
            <a:ext cx="1535731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28585" y="4709576"/>
            <a:ext cx="152719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fields auto-populated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1274" y="5392123"/>
            <a:ext cx="5690738" cy="1467477"/>
          </a:xfrm>
          <a:custGeom>
            <a:avLst/>
            <a:gdLst/>
            <a:ahLst/>
            <a:cxnLst/>
            <a:rect l="l" t="t" r="r" b="b"/>
            <a:pathLst>
              <a:path w="5690738" h="1467477">
                <a:moveTo>
                  <a:pt x="136505" y="0"/>
                </a:moveTo>
                <a:lnTo>
                  <a:pt x="5554233" y="0"/>
                </a:lnTo>
                <a:cubicBezTo>
                  <a:pt x="5629622" y="0"/>
                  <a:pt x="5690738" y="61115"/>
                  <a:pt x="5690738" y="136505"/>
                </a:cubicBezTo>
                <a:lnTo>
                  <a:pt x="5690738" y="1330972"/>
                </a:lnTo>
                <a:cubicBezTo>
                  <a:pt x="5690738" y="1406361"/>
                  <a:pt x="5629622" y="1467477"/>
                  <a:pt x="5554233" y="1467477"/>
                </a:cubicBezTo>
                <a:lnTo>
                  <a:pt x="136505" y="1467477"/>
                </a:lnTo>
                <a:cubicBezTo>
                  <a:pt x="61166" y="1467477"/>
                  <a:pt x="0" y="1406311"/>
                  <a:pt x="0" y="1330972"/>
                </a:cubicBezTo>
                <a:lnTo>
                  <a:pt x="0" y="136505"/>
                </a:lnTo>
                <a:cubicBezTo>
                  <a:pt x="0" y="61115"/>
                  <a:pt x="61115" y="0"/>
                  <a:pt x="1365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7978" dist="8531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14043" y="5605419"/>
            <a:ext cx="191966" cy="153573"/>
          </a:xfrm>
          <a:custGeom>
            <a:avLst/>
            <a:gdLst/>
            <a:ahLst/>
            <a:cxnLst/>
            <a:rect l="l" t="t" r="r" b="b"/>
            <a:pathLst>
              <a:path w="191966" h="153573">
                <a:moveTo>
                  <a:pt x="124748" y="63139"/>
                </a:moveTo>
                <a:cubicBezTo>
                  <a:pt x="128408" y="62149"/>
                  <a:pt x="132247" y="63889"/>
                  <a:pt x="133897" y="67278"/>
                </a:cubicBezTo>
                <a:lnTo>
                  <a:pt x="139476" y="78556"/>
                </a:lnTo>
                <a:cubicBezTo>
                  <a:pt x="142565" y="78976"/>
                  <a:pt x="145595" y="79816"/>
                  <a:pt x="148444" y="80986"/>
                </a:cubicBezTo>
                <a:lnTo>
                  <a:pt x="158942" y="73997"/>
                </a:lnTo>
                <a:cubicBezTo>
                  <a:pt x="162092" y="71897"/>
                  <a:pt x="166261" y="72317"/>
                  <a:pt x="168930" y="74987"/>
                </a:cubicBezTo>
                <a:lnTo>
                  <a:pt x="174689" y="80746"/>
                </a:lnTo>
                <a:cubicBezTo>
                  <a:pt x="177359" y="83415"/>
                  <a:pt x="177779" y="87615"/>
                  <a:pt x="175679" y="90734"/>
                </a:cubicBezTo>
                <a:lnTo>
                  <a:pt x="168690" y="101202"/>
                </a:lnTo>
                <a:cubicBezTo>
                  <a:pt x="169260" y="102612"/>
                  <a:pt x="169770" y="104082"/>
                  <a:pt x="170190" y="105612"/>
                </a:cubicBezTo>
                <a:cubicBezTo>
                  <a:pt x="170610" y="107141"/>
                  <a:pt x="170880" y="108641"/>
                  <a:pt x="171090" y="110171"/>
                </a:cubicBezTo>
                <a:lnTo>
                  <a:pt x="182398" y="115750"/>
                </a:lnTo>
                <a:cubicBezTo>
                  <a:pt x="185787" y="117429"/>
                  <a:pt x="187527" y="121269"/>
                  <a:pt x="186537" y="124898"/>
                </a:cubicBezTo>
                <a:lnTo>
                  <a:pt x="184438" y="132757"/>
                </a:lnTo>
                <a:cubicBezTo>
                  <a:pt x="183448" y="136386"/>
                  <a:pt x="180058" y="138846"/>
                  <a:pt x="176279" y="138606"/>
                </a:cubicBezTo>
                <a:lnTo>
                  <a:pt x="163681" y="137796"/>
                </a:lnTo>
                <a:cubicBezTo>
                  <a:pt x="161792" y="140225"/>
                  <a:pt x="159602" y="142475"/>
                  <a:pt x="157113" y="144395"/>
                </a:cubicBezTo>
                <a:lnTo>
                  <a:pt x="157922" y="156963"/>
                </a:lnTo>
                <a:cubicBezTo>
                  <a:pt x="158162" y="160742"/>
                  <a:pt x="155703" y="164161"/>
                  <a:pt x="152073" y="165121"/>
                </a:cubicBezTo>
                <a:lnTo>
                  <a:pt x="144215" y="167221"/>
                </a:lnTo>
                <a:cubicBezTo>
                  <a:pt x="140555" y="168211"/>
                  <a:pt x="136746" y="166471"/>
                  <a:pt x="135066" y="163081"/>
                </a:cubicBezTo>
                <a:lnTo>
                  <a:pt x="129487" y="151803"/>
                </a:lnTo>
                <a:cubicBezTo>
                  <a:pt x="126398" y="151384"/>
                  <a:pt x="123368" y="150544"/>
                  <a:pt x="120519" y="149374"/>
                </a:cubicBezTo>
                <a:lnTo>
                  <a:pt x="110021" y="156363"/>
                </a:lnTo>
                <a:cubicBezTo>
                  <a:pt x="106871" y="158462"/>
                  <a:pt x="102702" y="158042"/>
                  <a:pt x="100032" y="155373"/>
                </a:cubicBezTo>
                <a:lnTo>
                  <a:pt x="94274" y="149614"/>
                </a:lnTo>
                <a:cubicBezTo>
                  <a:pt x="91604" y="146944"/>
                  <a:pt x="91184" y="142775"/>
                  <a:pt x="93284" y="139626"/>
                </a:cubicBezTo>
                <a:lnTo>
                  <a:pt x="100272" y="129127"/>
                </a:lnTo>
                <a:cubicBezTo>
                  <a:pt x="99703" y="127718"/>
                  <a:pt x="99193" y="126248"/>
                  <a:pt x="98773" y="124718"/>
                </a:cubicBezTo>
                <a:cubicBezTo>
                  <a:pt x="98353" y="123188"/>
                  <a:pt x="98083" y="121659"/>
                  <a:pt x="97873" y="120159"/>
                </a:cubicBezTo>
                <a:lnTo>
                  <a:pt x="86565" y="114580"/>
                </a:lnTo>
                <a:cubicBezTo>
                  <a:pt x="83175" y="112900"/>
                  <a:pt x="81466" y="109061"/>
                  <a:pt x="82426" y="105432"/>
                </a:cubicBezTo>
                <a:lnTo>
                  <a:pt x="84525" y="97573"/>
                </a:lnTo>
                <a:cubicBezTo>
                  <a:pt x="85515" y="93944"/>
                  <a:pt x="88904" y="91484"/>
                  <a:pt x="92684" y="91724"/>
                </a:cubicBezTo>
                <a:lnTo>
                  <a:pt x="105252" y="92534"/>
                </a:lnTo>
                <a:cubicBezTo>
                  <a:pt x="107141" y="90104"/>
                  <a:pt x="109331" y="87855"/>
                  <a:pt x="111820" y="85935"/>
                </a:cubicBezTo>
                <a:lnTo>
                  <a:pt x="111011" y="73397"/>
                </a:lnTo>
                <a:cubicBezTo>
                  <a:pt x="110771" y="69618"/>
                  <a:pt x="113230" y="66198"/>
                  <a:pt x="116860" y="65239"/>
                </a:cubicBezTo>
                <a:lnTo>
                  <a:pt x="124718" y="63139"/>
                </a:lnTo>
                <a:close/>
                <a:moveTo>
                  <a:pt x="134496" y="101982"/>
                </a:moveTo>
                <a:cubicBezTo>
                  <a:pt x="127212" y="101990"/>
                  <a:pt x="121305" y="107911"/>
                  <a:pt x="121314" y="115195"/>
                </a:cubicBezTo>
                <a:cubicBezTo>
                  <a:pt x="121322" y="122479"/>
                  <a:pt x="127242" y="128386"/>
                  <a:pt x="134526" y="128378"/>
                </a:cubicBezTo>
                <a:cubicBezTo>
                  <a:pt x="141810" y="128369"/>
                  <a:pt x="147717" y="122449"/>
                  <a:pt x="147709" y="115165"/>
                </a:cubicBezTo>
                <a:cubicBezTo>
                  <a:pt x="147701" y="107881"/>
                  <a:pt x="141780" y="101974"/>
                  <a:pt x="134496" y="101982"/>
                </a:cubicBezTo>
                <a:close/>
                <a:moveTo>
                  <a:pt x="67458" y="-13648"/>
                </a:moveTo>
                <a:lnTo>
                  <a:pt x="75317" y="-11548"/>
                </a:lnTo>
                <a:cubicBezTo>
                  <a:pt x="78946" y="-10558"/>
                  <a:pt x="81406" y="-7139"/>
                  <a:pt x="81166" y="-3389"/>
                </a:cubicBezTo>
                <a:lnTo>
                  <a:pt x="80356" y="9148"/>
                </a:lnTo>
                <a:cubicBezTo>
                  <a:pt x="82846" y="11068"/>
                  <a:pt x="85035" y="13288"/>
                  <a:pt x="86925" y="15747"/>
                </a:cubicBezTo>
                <a:lnTo>
                  <a:pt x="99523" y="14937"/>
                </a:lnTo>
                <a:cubicBezTo>
                  <a:pt x="103272" y="14697"/>
                  <a:pt x="106691" y="17157"/>
                  <a:pt x="107681" y="20786"/>
                </a:cubicBezTo>
                <a:lnTo>
                  <a:pt x="109781" y="28645"/>
                </a:lnTo>
                <a:cubicBezTo>
                  <a:pt x="110741" y="32274"/>
                  <a:pt x="109031" y="36114"/>
                  <a:pt x="105642" y="37793"/>
                </a:cubicBezTo>
                <a:lnTo>
                  <a:pt x="94333" y="43372"/>
                </a:lnTo>
                <a:cubicBezTo>
                  <a:pt x="94124" y="44902"/>
                  <a:pt x="93824" y="46432"/>
                  <a:pt x="93434" y="47932"/>
                </a:cubicBezTo>
                <a:cubicBezTo>
                  <a:pt x="93044" y="49431"/>
                  <a:pt x="92504" y="50931"/>
                  <a:pt x="91934" y="52341"/>
                </a:cubicBezTo>
                <a:lnTo>
                  <a:pt x="98923" y="62839"/>
                </a:lnTo>
                <a:cubicBezTo>
                  <a:pt x="101022" y="65988"/>
                  <a:pt x="100602" y="70158"/>
                  <a:pt x="97933" y="72827"/>
                </a:cubicBezTo>
                <a:lnTo>
                  <a:pt x="92174" y="78586"/>
                </a:lnTo>
                <a:cubicBezTo>
                  <a:pt x="89504" y="81256"/>
                  <a:pt x="85335" y="81676"/>
                  <a:pt x="82186" y="79576"/>
                </a:cubicBezTo>
                <a:lnTo>
                  <a:pt x="71687" y="72587"/>
                </a:lnTo>
                <a:cubicBezTo>
                  <a:pt x="68838" y="73757"/>
                  <a:pt x="65808" y="74597"/>
                  <a:pt x="62719" y="75017"/>
                </a:cubicBezTo>
                <a:lnTo>
                  <a:pt x="57140" y="86295"/>
                </a:lnTo>
                <a:cubicBezTo>
                  <a:pt x="55460" y="89684"/>
                  <a:pt x="51621" y="91394"/>
                  <a:pt x="47992" y="90434"/>
                </a:cubicBezTo>
                <a:lnTo>
                  <a:pt x="40133" y="88335"/>
                </a:lnTo>
                <a:cubicBezTo>
                  <a:pt x="36474" y="87345"/>
                  <a:pt x="34044" y="83925"/>
                  <a:pt x="34284" y="80176"/>
                </a:cubicBezTo>
                <a:lnTo>
                  <a:pt x="35094" y="67608"/>
                </a:lnTo>
                <a:cubicBezTo>
                  <a:pt x="32604" y="65689"/>
                  <a:pt x="30415" y="63469"/>
                  <a:pt x="28525" y="61009"/>
                </a:cubicBezTo>
                <a:lnTo>
                  <a:pt x="15927" y="61819"/>
                </a:lnTo>
                <a:cubicBezTo>
                  <a:pt x="12178" y="62059"/>
                  <a:pt x="8758" y="59600"/>
                  <a:pt x="7769" y="55970"/>
                </a:cubicBezTo>
                <a:lnTo>
                  <a:pt x="5669" y="48112"/>
                </a:lnTo>
                <a:cubicBezTo>
                  <a:pt x="4709" y="44482"/>
                  <a:pt x="6419" y="40643"/>
                  <a:pt x="9808" y="38963"/>
                </a:cubicBezTo>
                <a:lnTo>
                  <a:pt x="21116" y="33384"/>
                </a:lnTo>
                <a:cubicBezTo>
                  <a:pt x="21326" y="31854"/>
                  <a:pt x="21626" y="30355"/>
                  <a:pt x="22016" y="28825"/>
                </a:cubicBezTo>
                <a:cubicBezTo>
                  <a:pt x="22436" y="27295"/>
                  <a:pt x="22916" y="25825"/>
                  <a:pt x="23516" y="24416"/>
                </a:cubicBezTo>
                <a:lnTo>
                  <a:pt x="16527" y="13948"/>
                </a:lnTo>
                <a:cubicBezTo>
                  <a:pt x="14427" y="10798"/>
                  <a:pt x="14847" y="6629"/>
                  <a:pt x="17517" y="3959"/>
                </a:cubicBezTo>
                <a:lnTo>
                  <a:pt x="23276" y="-1800"/>
                </a:lnTo>
                <a:cubicBezTo>
                  <a:pt x="25945" y="-4469"/>
                  <a:pt x="30115" y="-4889"/>
                  <a:pt x="33264" y="-2790"/>
                </a:cubicBezTo>
                <a:lnTo>
                  <a:pt x="43762" y="4199"/>
                </a:lnTo>
                <a:cubicBezTo>
                  <a:pt x="46612" y="3029"/>
                  <a:pt x="49641" y="2190"/>
                  <a:pt x="52731" y="1770"/>
                </a:cubicBezTo>
                <a:lnTo>
                  <a:pt x="58310" y="-9508"/>
                </a:lnTo>
                <a:cubicBezTo>
                  <a:pt x="59990" y="-12898"/>
                  <a:pt x="63799" y="-14607"/>
                  <a:pt x="67458" y="-13648"/>
                </a:cubicBezTo>
                <a:close/>
                <a:moveTo>
                  <a:pt x="57710" y="25196"/>
                </a:moveTo>
                <a:cubicBezTo>
                  <a:pt x="50426" y="25196"/>
                  <a:pt x="44512" y="31109"/>
                  <a:pt x="44512" y="38393"/>
                </a:cubicBezTo>
                <a:cubicBezTo>
                  <a:pt x="44512" y="45677"/>
                  <a:pt x="50426" y="51591"/>
                  <a:pt x="57710" y="51591"/>
                </a:cubicBezTo>
                <a:cubicBezTo>
                  <a:pt x="64994" y="51591"/>
                  <a:pt x="70908" y="45677"/>
                  <a:pt x="70908" y="38393"/>
                </a:cubicBezTo>
                <a:cubicBezTo>
                  <a:pt x="70908" y="31109"/>
                  <a:pt x="64994" y="25196"/>
                  <a:pt x="57710" y="25196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8143" y="5562760"/>
            <a:ext cx="5230018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Desktop Automation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1910" y="5904034"/>
            <a:ext cx="5417719" cy="443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Powered by </a:t>
            </a:r>
            <a:r>
              <a:rPr lang="en-US" sz="1075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PyAutoGUI</a:t>
            </a:r>
            <a:r>
              <a:rPr lang="en-US" sz="1075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programmatically controls mouse and keyboard to interact with DxCare.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1910" y="6450071"/>
            <a:ext cx="699611" cy="238892"/>
          </a:xfrm>
          <a:custGeom>
            <a:avLst/>
            <a:gdLst/>
            <a:ahLst/>
            <a:cxnLst/>
            <a:rect l="l" t="t" r="r" b="b"/>
            <a:pathLst>
              <a:path w="699611" h="238892">
                <a:moveTo>
                  <a:pt x="119446" y="0"/>
                </a:moveTo>
                <a:lnTo>
                  <a:pt x="580165" y="0"/>
                </a:lnTo>
                <a:cubicBezTo>
                  <a:pt x="646089" y="0"/>
                  <a:pt x="699611" y="53522"/>
                  <a:pt x="699611" y="119446"/>
                </a:cubicBezTo>
                <a:lnTo>
                  <a:pt x="699611" y="119446"/>
                </a:lnTo>
                <a:cubicBezTo>
                  <a:pt x="699611" y="185370"/>
                  <a:pt x="646089" y="238892"/>
                  <a:pt x="580165" y="238892"/>
                </a:cubicBezTo>
                <a:lnTo>
                  <a:pt x="119446" y="238892"/>
                </a:lnTo>
                <a:cubicBezTo>
                  <a:pt x="53522" y="238892"/>
                  <a:pt x="0" y="185370"/>
                  <a:pt x="0" y="119446"/>
                </a:cubicBezTo>
                <a:lnTo>
                  <a:pt x="0" y="119446"/>
                </a:lnTo>
                <a:cubicBezTo>
                  <a:pt x="0" y="53522"/>
                  <a:pt x="53522" y="0"/>
                  <a:pt x="119446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1910" y="6450071"/>
            <a:ext cx="750802" cy="238892"/>
          </a:xfrm>
          <a:prstGeom prst="rect">
            <a:avLst/>
          </a:prstGeom>
          <a:noFill/>
          <a:ln/>
        </p:spPr>
        <p:txBody>
          <a:bodyPr wrap="square" lIns="102382" tIns="51191" rIns="102382" bIns="51191" rtlCol="0" anchor="ctr"/>
          <a:lstStyle/>
          <a:p>
            <a:pPr>
              <a:lnSpc>
                <a:spcPct val="110000"/>
              </a:lnSpc>
            </a:pPr>
            <a:r>
              <a:rPr lang="en-US" sz="806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Inputs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78043" y="6450071"/>
            <a:ext cx="733738" cy="238892"/>
          </a:xfrm>
          <a:custGeom>
            <a:avLst/>
            <a:gdLst/>
            <a:ahLst/>
            <a:cxnLst/>
            <a:rect l="l" t="t" r="r" b="b"/>
            <a:pathLst>
              <a:path w="733738" h="238892">
                <a:moveTo>
                  <a:pt x="119446" y="0"/>
                </a:moveTo>
                <a:lnTo>
                  <a:pt x="614293" y="0"/>
                </a:lnTo>
                <a:cubicBezTo>
                  <a:pt x="680216" y="0"/>
                  <a:pt x="733738" y="53522"/>
                  <a:pt x="733738" y="119446"/>
                </a:cubicBezTo>
                <a:lnTo>
                  <a:pt x="733738" y="119446"/>
                </a:lnTo>
                <a:cubicBezTo>
                  <a:pt x="733738" y="185370"/>
                  <a:pt x="680216" y="238892"/>
                  <a:pt x="614293" y="238892"/>
                </a:cubicBezTo>
                <a:lnTo>
                  <a:pt x="119446" y="238892"/>
                </a:lnTo>
                <a:cubicBezTo>
                  <a:pt x="53522" y="238892"/>
                  <a:pt x="0" y="185370"/>
                  <a:pt x="0" y="119446"/>
                </a:cubicBezTo>
                <a:lnTo>
                  <a:pt x="0" y="119446"/>
                </a:lnTo>
                <a:cubicBezTo>
                  <a:pt x="0" y="53522"/>
                  <a:pt x="53522" y="0"/>
                  <a:pt x="119446" y="0"/>
                </a:cubicBezTo>
                <a:close/>
              </a:path>
            </a:pathLst>
          </a:custGeom>
          <a:solidFill>
            <a:srgbClr val="4A7C8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278043" y="6450071"/>
            <a:ext cx="784929" cy="238892"/>
          </a:xfrm>
          <a:prstGeom prst="rect">
            <a:avLst/>
          </a:prstGeom>
          <a:noFill/>
          <a:ln/>
        </p:spPr>
        <p:txBody>
          <a:bodyPr wrap="square" lIns="102382" tIns="51191" rIns="102382" bIns="51191" rtlCol="0" anchor="ctr"/>
          <a:lstStyle/>
          <a:p>
            <a:pPr>
              <a:lnSpc>
                <a:spcPct val="110000"/>
              </a:lnSpc>
            </a:pPr>
            <a:r>
              <a:rPr lang="en-US" sz="806" b="1" dirty="0">
                <a:solidFill>
                  <a:srgbClr val="4A7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Dropdowns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077436" y="6450071"/>
            <a:ext cx="742270" cy="238892"/>
          </a:xfrm>
          <a:custGeom>
            <a:avLst/>
            <a:gdLst/>
            <a:ahLst/>
            <a:cxnLst/>
            <a:rect l="l" t="t" r="r" b="b"/>
            <a:pathLst>
              <a:path w="742270" h="238892">
                <a:moveTo>
                  <a:pt x="119446" y="0"/>
                </a:moveTo>
                <a:lnTo>
                  <a:pt x="622824" y="0"/>
                </a:lnTo>
                <a:cubicBezTo>
                  <a:pt x="688748" y="0"/>
                  <a:pt x="742270" y="53522"/>
                  <a:pt x="742270" y="119446"/>
                </a:cubicBezTo>
                <a:lnTo>
                  <a:pt x="742270" y="119446"/>
                </a:lnTo>
                <a:cubicBezTo>
                  <a:pt x="742270" y="185370"/>
                  <a:pt x="688748" y="238892"/>
                  <a:pt x="622824" y="238892"/>
                </a:cubicBezTo>
                <a:lnTo>
                  <a:pt x="119446" y="238892"/>
                </a:lnTo>
                <a:cubicBezTo>
                  <a:pt x="53522" y="238892"/>
                  <a:pt x="0" y="185370"/>
                  <a:pt x="0" y="119446"/>
                </a:cubicBezTo>
                <a:lnTo>
                  <a:pt x="0" y="119446"/>
                </a:lnTo>
                <a:cubicBezTo>
                  <a:pt x="0" y="53522"/>
                  <a:pt x="53522" y="0"/>
                  <a:pt x="119446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077436" y="6450071"/>
            <a:ext cx="793461" cy="238892"/>
          </a:xfrm>
          <a:prstGeom prst="rect">
            <a:avLst/>
          </a:prstGeom>
          <a:noFill/>
          <a:ln/>
        </p:spPr>
        <p:txBody>
          <a:bodyPr wrap="square" lIns="102382" tIns="51191" rIns="102382" bIns="51191" rtlCol="0" anchor="ctr"/>
          <a:lstStyle/>
          <a:p>
            <a:pPr>
              <a:lnSpc>
                <a:spcPct val="110000"/>
              </a:lnSpc>
            </a:pPr>
            <a:r>
              <a:rPr lang="en-US" sz="806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Checkboxes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65654" y="1092076"/>
            <a:ext cx="5690738" cy="4709576"/>
          </a:xfrm>
          <a:custGeom>
            <a:avLst/>
            <a:gdLst/>
            <a:ahLst/>
            <a:cxnLst/>
            <a:rect l="l" t="t" r="r" b="b"/>
            <a:pathLst>
              <a:path w="5690738" h="4709576">
                <a:moveTo>
                  <a:pt x="136531" y="0"/>
                </a:moveTo>
                <a:lnTo>
                  <a:pt x="5554207" y="0"/>
                </a:lnTo>
                <a:cubicBezTo>
                  <a:pt x="5629611" y="0"/>
                  <a:pt x="5690738" y="61127"/>
                  <a:pt x="5690738" y="136531"/>
                </a:cubicBezTo>
                <a:lnTo>
                  <a:pt x="5690738" y="4573045"/>
                </a:lnTo>
                <a:cubicBezTo>
                  <a:pt x="5690738" y="4648449"/>
                  <a:pt x="5629611" y="4709576"/>
                  <a:pt x="5554207" y="4709576"/>
                </a:cubicBezTo>
                <a:lnTo>
                  <a:pt x="136531" y="4709576"/>
                </a:lnTo>
                <a:cubicBezTo>
                  <a:pt x="61127" y="4709576"/>
                  <a:pt x="0" y="4648449"/>
                  <a:pt x="0" y="4573045"/>
                </a:cubicBezTo>
                <a:lnTo>
                  <a:pt x="0" y="136531"/>
                </a:lnTo>
                <a:cubicBezTo>
                  <a:pt x="0" y="61127"/>
                  <a:pt x="61127" y="0"/>
                  <a:pt x="13653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7978" dist="8531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23494" y="1271244"/>
            <a:ext cx="153573" cy="153573"/>
          </a:xfrm>
          <a:custGeom>
            <a:avLst/>
            <a:gdLst/>
            <a:ahLst/>
            <a:cxnLst/>
            <a:rect l="l" t="t" r="r" b="b"/>
            <a:pathLst>
              <a:path w="153573" h="153573">
                <a:moveTo>
                  <a:pt x="19197" y="9598"/>
                </a:moveTo>
                <a:cubicBezTo>
                  <a:pt x="8608" y="9598"/>
                  <a:pt x="0" y="18207"/>
                  <a:pt x="0" y="28795"/>
                </a:cubicBezTo>
                <a:lnTo>
                  <a:pt x="0" y="105582"/>
                </a:lnTo>
                <a:cubicBezTo>
                  <a:pt x="0" y="116170"/>
                  <a:pt x="8608" y="124778"/>
                  <a:pt x="19197" y="124778"/>
                </a:cubicBezTo>
                <a:lnTo>
                  <a:pt x="62389" y="124778"/>
                </a:lnTo>
                <a:lnTo>
                  <a:pt x="57590" y="139176"/>
                </a:lnTo>
                <a:lnTo>
                  <a:pt x="35994" y="139176"/>
                </a:lnTo>
                <a:cubicBezTo>
                  <a:pt x="32004" y="139176"/>
                  <a:pt x="28795" y="142385"/>
                  <a:pt x="28795" y="146374"/>
                </a:cubicBezTo>
                <a:cubicBezTo>
                  <a:pt x="28795" y="150364"/>
                  <a:pt x="32004" y="153573"/>
                  <a:pt x="35994" y="153573"/>
                </a:cubicBezTo>
                <a:lnTo>
                  <a:pt x="117579" y="153573"/>
                </a:lnTo>
                <a:cubicBezTo>
                  <a:pt x="121569" y="153573"/>
                  <a:pt x="124778" y="150364"/>
                  <a:pt x="124778" y="146374"/>
                </a:cubicBezTo>
                <a:cubicBezTo>
                  <a:pt x="124778" y="142385"/>
                  <a:pt x="121569" y="139176"/>
                  <a:pt x="117579" y="139176"/>
                </a:cubicBezTo>
                <a:lnTo>
                  <a:pt x="95983" y="139176"/>
                </a:lnTo>
                <a:lnTo>
                  <a:pt x="91184" y="124778"/>
                </a:lnTo>
                <a:lnTo>
                  <a:pt x="134376" y="124778"/>
                </a:lnTo>
                <a:cubicBezTo>
                  <a:pt x="144965" y="124778"/>
                  <a:pt x="153573" y="116170"/>
                  <a:pt x="153573" y="105582"/>
                </a:cubicBezTo>
                <a:lnTo>
                  <a:pt x="153573" y="28795"/>
                </a:lnTo>
                <a:cubicBezTo>
                  <a:pt x="153573" y="18207"/>
                  <a:pt x="144965" y="9598"/>
                  <a:pt x="134376" y="9598"/>
                </a:cubicBezTo>
                <a:lnTo>
                  <a:pt x="19197" y="9598"/>
                </a:lnTo>
                <a:close/>
                <a:moveTo>
                  <a:pt x="28795" y="28795"/>
                </a:moveTo>
                <a:lnTo>
                  <a:pt x="124778" y="28795"/>
                </a:lnTo>
                <a:cubicBezTo>
                  <a:pt x="130087" y="28795"/>
                  <a:pt x="134376" y="33084"/>
                  <a:pt x="134376" y="38393"/>
                </a:cubicBezTo>
                <a:lnTo>
                  <a:pt x="134376" y="86385"/>
                </a:lnTo>
                <a:cubicBezTo>
                  <a:pt x="134376" y="91694"/>
                  <a:pt x="130087" y="95983"/>
                  <a:pt x="124778" y="95983"/>
                </a:cubicBezTo>
                <a:lnTo>
                  <a:pt x="28795" y="95983"/>
                </a:lnTo>
                <a:cubicBezTo>
                  <a:pt x="23486" y="95983"/>
                  <a:pt x="19197" y="91694"/>
                  <a:pt x="19197" y="86385"/>
                </a:cubicBezTo>
                <a:lnTo>
                  <a:pt x="19197" y="38393"/>
                </a:lnTo>
                <a:cubicBezTo>
                  <a:pt x="19197" y="33084"/>
                  <a:pt x="23486" y="28795"/>
                  <a:pt x="28795" y="28795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98396" y="1228585"/>
            <a:ext cx="5298273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DxCare Form Filling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02164" y="1569859"/>
            <a:ext cx="5417719" cy="4095283"/>
          </a:xfrm>
          <a:custGeom>
            <a:avLst/>
            <a:gdLst/>
            <a:ahLst/>
            <a:cxnLst/>
            <a:rect l="l" t="t" r="r" b="b"/>
            <a:pathLst>
              <a:path w="5417719" h="4095283">
                <a:moveTo>
                  <a:pt x="102382" y="0"/>
                </a:moveTo>
                <a:lnTo>
                  <a:pt x="5315337" y="0"/>
                </a:lnTo>
                <a:cubicBezTo>
                  <a:pt x="5371881" y="0"/>
                  <a:pt x="5417719" y="45838"/>
                  <a:pt x="5417719" y="102382"/>
                </a:cubicBezTo>
                <a:lnTo>
                  <a:pt x="5417719" y="3992901"/>
                </a:lnTo>
                <a:cubicBezTo>
                  <a:pt x="5417719" y="4049445"/>
                  <a:pt x="5371881" y="4095283"/>
                  <a:pt x="5315337" y="4095283"/>
                </a:cubicBezTo>
                <a:lnTo>
                  <a:pt x="102382" y="4095283"/>
                </a:lnTo>
                <a:cubicBezTo>
                  <a:pt x="45838" y="4095283"/>
                  <a:pt x="0" y="4049445"/>
                  <a:pt x="0" y="3992901"/>
                </a:cubicBezTo>
                <a:lnTo>
                  <a:pt x="0" y="102382"/>
                </a:lnTo>
                <a:cubicBezTo>
                  <a:pt x="0" y="45876"/>
                  <a:pt x="45876" y="0"/>
                  <a:pt x="102382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0" descr="https://kimi-img.moonshot.cn/pub/slides/26-02-12-15:57:43-d66oftq7ch907mv1ojr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010" y="2383716"/>
            <a:ext cx="5138027" cy="2465702"/>
          </a:xfrm>
          <a:prstGeom prst="roundRect">
            <a:avLst>
              <a:gd name="adj" fmla="val 2768"/>
            </a:avLst>
          </a:prstGeom>
        </p:spPr>
      </p:pic>
      <p:sp>
        <p:nvSpPr>
          <p:cNvPr id="39" name="Shape 36"/>
          <p:cNvSpPr/>
          <p:nvPr/>
        </p:nvSpPr>
        <p:spPr>
          <a:xfrm>
            <a:off x="6165654" y="5938161"/>
            <a:ext cx="5690738" cy="921439"/>
          </a:xfrm>
          <a:custGeom>
            <a:avLst/>
            <a:gdLst/>
            <a:ahLst/>
            <a:cxnLst/>
            <a:rect l="l" t="t" r="r" b="b"/>
            <a:pathLst>
              <a:path w="5690738" h="921439">
                <a:moveTo>
                  <a:pt x="136511" y="0"/>
                </a:moveTo>
                <a:lnTo>
                  <a:pt x="5554226" y="0"/>
                </a:lnTo>
                <a:cubicBezTo>
                  <a:pt x="5629619" y="0"/>
                  <a:pt x="5690738" y="61118"/>
                  <a:pt x="5690738" y="136511"/>
                </a:cubicBezTo>
                <a:lnTo>
                  <a:pt x="5690738" y="784928"/>
                </a:lnTo>
                <a:cubicBezTo>
                  <a:pt x="5690738" y="860321"/>
                  <a:pt x="5629619" y="921439"/>
                  <a:pt x="5554226" y="921439"/>
                </a:cubicBezTo>
                <a:lnTo>
                  <a:pt x="136511" y="921439"/>
                </a:lnTo>
                <a:cubicBezTo>
                  <a:pt x="61169" y="921439"/>
                  <a:pt x="0" y="860270"/>
                  <a:pt x="0" y="784928"/>
                </a:cubicBezTo>
                <a:lnTo>
                  <a:pt x="0" y="136511"/>
                </a:lnTo>
                <a:cubicBezTo>
                  <a:pt x="0" y="61118"/>
                  <a:pt x="61118" y="0"/>
                  <a:pt x="136511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533790" y="6108798"/>
            <a:ext cx="1185926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1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&lt;5s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576449" y="6484199"/>
            <a:ext cx="1100607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 Completion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188367" y="6125861"/>
            <a:ext cx="8532" cy="546038"/>
          </a:xfrm>
          <a:custGeom>
            <a:avLst/>
            <a:gdLst/>
            <a:ahLst/>
            <a:cxnLst/>
            <a:rect l="l" t="t" r="r" b="b"/>
            <a:pathLst>
              <a:path w="8532" h="546038">
                <a:moveTo>
                  <a:pt x="0" y="0"/>
                </a:moveTo>
                <a:lnTo>
                  <a:pt x="8532" y="0"/>
                </a:lnTo>
                <a:lnTo>
                  <a:pt x="8532" y="546038"/>
                </a:lnTo>
                <a:lnTo>
                  <a:pt x="0" y="5460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668750" y="6108798"/>
            <a:ext cx="904375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1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711409" y="6484199"/>
            <a:ext cx="819057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Fields Filled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10041510" y="6125861"/>
            <a:ext cx="8532" cy="546038"/>
          </a:xfrm>
          <a:custGeom>
            <a:avLst/>
            <a:gdLst/>
            <a:ahLst/>
            <a:cxnLst/>
            <a:rect l="l" t="t" r="r" b="b"/>
            <a:pathLst>
              <a:path w="8532" h="546038">
                <a:moveTo>
                  <a:pt x="0" y="0"/>
                </a:moveTo>
                <a:lnTo>
                  <a:pt x="8532" y="0"/>
                </a:lnTo>
                <a:lnTo>
                  <a:pt x="8532" y="546038"/>
                </a:lnTo>
                <a:lnTo>
                  <a:pt x="0" y="5460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10521892" y="6108798"/>
            <a:ext cx="964098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1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10564551" y="6484199"/>
            <a:ext cx="878780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Clicks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66725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42900"/>
                </a:lnTo>
                <a:cubicBezTo>
                  <a:pt x="76200" y="363928"/>
                  <a:pt x="59128" y="381000"/>
                  <a:pt x="381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306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7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Innovation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590550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Form Filling Works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971550"/>
            <a:ext cx="11315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Decoupling data from coordinates through a two-file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76350"/>
            <a:ext cx="11430000" cy="876300"/>
          </a:xfrm>
          <a:custGeom>
            <a:avLst/>
            <a:gdLst/>
            <a:ahLst/>
            <a:cxnLst/>
            <a:rect l="l" t="t" r="r" b="b"/>
            <a:pathLst>
              <a:path w="11430000" h="876300">
                <a:moveTo>
                  <a:pt x="152397" y="0"/>
                </a:moveTo>
                <a:lnTo>
                  <a:pt x="11277603" y="0"/>
                </a:lnTo>
                <a:cubicBezTo>
                  <a:pt x="11361769" y="0"/>
                  <a:pt x="11430000" y="68231"/>
                  <a:pt x="11430000" y="152397"/>
                </a:cubicBezTo>
                <a:lnTo>
                  <a:pt x="11430000" y="723903"/>
                </a:lnTo>
                <a:cubicBezTo>
                  <a:pt x="11430000" y="808069"/>
                  <a:pt x="11361769" y="876300"/>
                  <a:pt x="11277603" y="876300"/>
                </a:cubicBezTo>
                <a:lnTo>
                  <a:pt x="152397" y="876300"/>
                </a:lnTo>
                <a:cubicBezTo>
                  <a:pt x="68231" y="876300"/>
                  <a:pt x="0" y="808069"/>
                  <a:pt x="0" y="723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1A535C"/>
              </a:gs>
              <a:gs pos="100000">
                <a:srgbClr val="4A7C82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8644" y="14763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2475" y="1428750"/>
            <a:ext cx="1099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Core Trick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3400" y="1771650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separate </a:t>
            </a:r>
            <a:r>
              <a:rPr lang="en-US" sz="1200" b="1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data the form needs 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</a:t>
            </a:r>
            <a:r>
              <a:rPr lang="en-US" sz="1200" b="1" dirty="0">
                <a:solidFill>
                  <a:srgbClr val="FFFFFF"/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to click on screen 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a two-file system.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2286000"/>
            <a:ext cx="2771775" cy="3067050"/>
          </a:xfrm>
          <a:custGeom>
            <a:avLst/>
            <a:gdLst/>
            <a:ahLst/>
            <a:cxnLst/>
            <a:rect l="l" t="t" r="r" b="b"/>
            <a:pathLst>
              <a:path w="2771775" h="30670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2952742"/>
                </a:lnTo>
                <a:cubicBezTo>
                  <a:pt x="2771775" y="3015873"/>
                  <a:pt x="2720598" y="3067050"/>
                  <a:pt x="2657467" y="3067050"/>
                </a:cubicBezTo>
                <a:lnTo>
                  <a:pt x="114308" y="3067050"/>
                </a:lnTo>
                <a:cubicBezTo>
                  <a:pt x="51177" y="3067050"/>
                  <a:pt x="0" y="3015873"/>
                  <a:pt x="0" y="295274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1000" y="228600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5300" y="2419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196F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1975" y="24955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38100" y="19050"/>
                </a:moveTo>
                <a:cubicBezTo>
                  <a:pt x="38100" y="8543"/>
                  <a:pt x="46643" y="0"/>
                  <a:pt x="57150" y="0"/>
                </a:cubicBezTo>
                <a:lnTo>
                  <a:pt x="114300" y="0"/>
                </a:lnTo>
                <a:cubicBezTo>
                  <a:pt x="124807" y="0"/>
                  <a:pt x="133350" y="8543"/>
                  <a:pt x="133350" y="19050"/>
                </a:cubicBezTo>
                <a:lnTo>
                  <a:pt x="133350" y="38100"/>
                </a:lnTo>
                <a:lnTo>
                  <a:pt x="152400" y="38100"/>
                </a:lnTo>
                <a:cubicBezTo>
                  <a:pt x="162907" y="38100"/>
                  <a:pt x="171450" y="46643"/>
                  <a:pt x="171450" y="57150"/>
                </a:cubicBezTo>
                <a:lnTo>
                  <a:pt x="171450" y="133350"/>
                </a:lnTo>
                <a:cubicBezTo>
                  <a:pt x="171450" y="143857"/>
                  <a:pt x="162907" y="152400"/>
                  <a:pt x="15240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57150"/>
                </a:lnTo>
                <a:cubicBezTo>
                  <a:pt x="0" y="46643"/>
                  <a:pt x="8543" y="38100"/>
                  <a:pt x="19050" y="38100"/>
                </a:cubicBezTo>
                <a:lnTo>
                  <a:pt x="38100" y="38100"/>
                </a:lnTo>
                <a:lnTo>
                  <a:pt x="38100" y="19050"/>
                </a:lnTo>
                <a:close/>
                <a:moveTo>
                  <a:pt x="80962" y="104775"/>
                </a:moveTo>
                <a:cubicBezTo>
                  <a:pt x="75694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100013" y="138113"/>
                </a:lnTo>
                <a:lnTo>
                  <a:pt x="100013" y="114300"/>
                </a:lnTo>
                <a:cubicBezTo>
                  <a:pt x="100013" y="109031"/>
                  <a:pt x="95756" y="104775"/>
                  <a:pt x="90488" y="104775"/>
                </a:cubicBezTo>
                <a:lnTo>
                  <a:pt x="80962" y="104775"/>
                </a:lnTo>
                <a:close/>
                <a:moveTo>
                  <a:pt x="38100" y="109537"/>
                </a:moveTo>
                <a:lnTo>
                  <a:pt x="38100" y="100013"/>
                </a:lnTo>
                <a:cubicBezTo>
                  <a:pt x="38100" y="97393"/>
                  <a:pt x="35957" y="95250"/>
                  <a:pt x="33338" y="95250"/>
                </a:cubicBezTo>
                <a:lnTo>
                  <a:pt x="23813" y="95250"/>
                </a:lnTo>
                <a:cubicBezTo>
                  <a:pt x="21193" y="95250"/>
                  <a:pt x="19050" y="97393"/>
                  <a:pt x="19050" y="100013"/>
                </a:cubicBezTo>
                <a:lnTo>
                  <a:pt x="19050" y="109537"/>
                </a:lnTo>
                <a:cubicBezTo>
                  <a:pt x="19050" y="112157"/>
                  <a:pt x="21193" y="114300"/>
                  <a:pt x="23813" y="114300"/>
                </a:cubicBezTo>
                <a:lnTo>
                  <a:pt x="33338" y="114300"/>
                </a:lnTo>
                <a:cubicBezTo>
                  <a:pt x="35957" y="114300"/>
                  <a:pt x="38100" y="112157"/>
                  <a:pt x="38100" y="109537"/>
                </a:cubicBezTo>
                <a:close/>
                <a:moveTo>
                  <a:pt x="33338" y="76200"/>
                </a:moveTo>
                <a:cubicBezTo>
                  <a:pt x="35957" y="76200"/>
                  <a:pt x="38100" y="74057"/>
                  <a:pt x="38100" y="71438"/>
                </a:cubicBezTo>
                <a:lnTo>
                  <a:pt x="38100" y="61912"/>
                </a:lnTo>
                <a:cubicBezTo>
                  <a:pt x="38100" y="59293"/>
                  <a:pt x="35957" y="57150"/>
                  <a:pt x="33338" y="57150"/>
                </a:cubicBezTo>
                <a:lnTo>
                  <a:pt x="23813" y="57150"/>
                </a:lnTo>
                <a:cubicBezTo>
                  <a:pt x="21193" y="57150"/>
                  <a:pt x="19050" y="59293"/>
                  <a:pt x="19050" y="61912"/>
                </a:cubicBezTo>
                <a:lnTo>
                  <a:pt x="19050" y="71438"/>
                </a:lnTo>
                <a:cubicBezTo>
                  <a:pt x="19050" y="74057"/>
                  <a:pt x="21193" y="76200"/>
                  <a:pt x="23813" y="76200"/>
                </a:cubicBezTo>
                <a:lnTo>
                  <a:pt x="33338" y="76200"/>
                </a:lnTo>
                <a:close/>
                <a:moveTo>
                  <a:pt x="152400" y="109537"/>
                </a:moveTo>
                <a:lnTo>
                  <a:pt x="152400" y="100013"/>
                </a:lnTo>
                <a:cubicBezTo>
                  <a:pt x="152400" y="97393"/>
                  <a:pt x="150257" y="95250"/>
                  <a:pt x="147638" y="95250"/>
                </a:cubicBezTo>
                <a:lnTo>
                  <a:pt x="138113" y="95250"/>
                </a:lnTo>
                <a:cubicBezTo>
                  <a:pt x="135493" y="95250"/>
                  <a:pt x="133350" y="97393"/>
                  <a:pt x="133350" y="100013"/>
                </a:cubicBezTo>
                <a:lnTo>
                  <a:pt x="133350" y="109537"/>
                </a:lnTo>
                <a:cubicBezTo>
                  <a:pt x="133350" y="112157"/>
                  <a:pt x="135493" y="114300"/>
                  <a:pt x="138113" y="114300"/>
                </a:cubicBezTo>
                <a:lnTo>
                  <a:pt x="147638" y="114300"/>
                </a:lnTo>
                <a:cubicBezTo>
                  <a:pt x="150257" y="114300"/>
                  <a:pt x="152400" y="112157"/>
                  <a:pt x="152400" y="109537"/>
                </a:cubicBezTo>
                <a:close/>
                <a:moveTo>
                  <a:pt x="147638" y="76200"/>
                </a:moveTo>
                <a:cubicBezTo>
                  <a:pt x="150257" y="76200"/>
                  <a:pt x="152400" y="74057"/>
                  <a:pt x="152400" y="71438"/>
                </a:cubicBezTo>
                <a:lnTo>
                  <a:pt x="152400" y="61912"/>
                </a:lnTo>
                <a:cubicBezTo>
                  <a:pt x="152400" y="59293"/>
                  <a:pt x="150257" y="57150"/>
                  <a:pt x="147638" y="57150"/>
                </a:cubicBezTo>
                <a:lnTo>
                  <a:pt x="138113" y="57150"/>
                </a:lnTo>
                <a:cubicBezTo>
                  <a:pt x="135493" y="57150"/>
                  <a:pt x="133350" y="59293"/>
                  <a:pt x="133350" y="61912"/>
                </a:cubicBezTo>
                <a:lnTo>
                  <a:pt x="133350" y="71438"/>
                </a:lnTo>
                <a:cubicBezTo>
                  <a:pt x="133350" y="74057"/>
                  <a:pt x="135493" y="76200"/>
                  <a:pt x="138113" y="76200"/>
                </a:cubicBezTo>
                <a:lnTo>
                  <a:pt x="147638" y="76200"/>
                </a:lnTo>
                <a:close/>
                <a:moveTo>
                  <a:pt x="78581" y="30956"/>
                </a:moveTo>
                <a:lnTo>
                  <a:pt x="78581" y="40481"/>
                </a:lnTo>
                <a:lnTo>
                  <a:pt x="69056" y="40481"/>
                </a:lnTo>
                <a:cubicBezTo>
                  <a:pt x="66437" y="40481"/>
                  <a:pt x="64294" y="42624"/>
                  <a:pt x="64294" y="45244"/>
                </a:cubicBezTo>
                <a:lnTo>
                  <a:pt x="64294" y="50006"/>
                </a:lnTo>
                <a:cubicBezTo>
                  <a:pt x="64294" y="52626"/>
                  <a:pt x="66437" y="54769"/>
                  <a:pt x="69056" y="54769"/>
                </a:cubicBezTo>
                <a:lnTo>
                  <a:pt x="78581" y="54769"/>
                </a:lnTo>
                <a:lnTo>
                  <a:pt x="78581" y="64294"/>
                </a:lnTo>
                <a:cubicBezTo>
                  <a:pt x="78581" y="66913"/>
                  <a:pt x="80724" y="69056"/>
                  <a:pt x="83344" y="69056"/>
                </a:cubicBezTo>
                <a:lnTo>
                  <a:pt x="88106" y="69056"/>
                </a:lnTo>
                <a:cubicBezTo>
                  <a:pt x="90726" y="69056"/>
                  <a:pt x="92869" y="66913"/>
                  <a:pt x="92869" y="64294"/>
                </a:cubicBezTo>
                <a:lnTo>
                  <a:pt x="92869" y="54769"/>
                </a:lnTo>
                <a:lnTo>
                  <a:pt x="102394" y="54769"/>
                </a:lnTo>
                <a:cubicBezTo>
                  <a:pt x="105013" y="54769"/>
                  <a:pt x="107156" y="52626"/>
                  <a:pt x="107156" y="50006"/>
                </a:cubicBezTo>
                <a:lnTo>
                  <a:pt x="107156" y="45244"/>
                </a:lnTo>
                <a:cubicBezTo>
                  <a:pt x="107156" y="42624"/>
                  <a:pt x="105013" y="40481"/>
                  <a:pt x="102394" y="40481"/>
                </a:cubicBezTo>
                <a:lnTo>
                  <a:pt x="92869" y="40481"/>
                </a:lnTo>
                <a:lnTo>
                  <a:pt x="92869" y="30956"/>
                </a:lnTo>
                <a:cubicBezTo>
                  <a:pt x="92869" y="28337"/>
                  <a:pt x="90726" y="26194"/>
                  <a:pt x="88106" y="26194"/>
                </a:cubicBezTo>
                <a:lnTo>
                  <a:pt x="83344" y="26194"/>
                </a:lnTo>
                <a:cubicBezTo>
                  <a:pt x="80724" y="26194"/>
                  <a:pt x="78581" y="28337"/>
                  <a:pt x="78581" y="30956"/>
                </a:cubicBezTo>
                <a:close/>
              </a:path>
            </a:pathLst>
          </a:cu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6300" y="2457450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DxCare Form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5300" y="2800350"/>
            <a:ext cx="261937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Desktop application with fields to fill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5300" y="4933950"/>
            <a:ext cx="2543175" cy="304800"/>
          </a:xfrm>
          <a:custGeom>
            <a:avLst/>
            <a:gdLst/>
            <a:ahLst/>
            <a:cxnLst/>
            <a:rect l="l" t="t" r="r" b="b"/>
            <a:pathLst>
              <a:path w="2543175" h="304800">
                <a:moveTo>
                  <a:pt x="76200" y="0"/>
                </a:moveTo>
                <a:lnTo>
                  <a:pt x="2466975" y="0"/>
                </a:lnTo>
                <a:cubicBezTo>
                  <a:pt x="2509031" y="0"/>
                  <a:pt x="2543175" y="34144"/>
                  <a:pt x="2543175" y="76200"/>
                </a:cubicBezTo>
                <a:lnTo>
                  <a:pt x="2543175" y="228600"/>
                </a:lnTo>
                <a:cubicBezTo>
                  <a:pt x="2543175" y="270656"/>
                  <a:pt x="2509031" y="304800"/>
                  <a:pt x="246697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0075" y="5024438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37817" y="112202"/>
                </a:moveTo>
                <a:cubicBezTo>
                  <a:pt x="40608" y="114992"/>
                  <a:pt x="45140" y="114992"/>
                  <a:pt x="47930" y="112202"/>
                </a:cubicBezTo>
                <a:lnTo>
                  <a:pt x="83649" y="76483"/>
                </a:lnTo>
                <a:cubicBezTo>
                  <a:pt x="86439" y="73692"/>
                  <a:pt x="86439" y="69160"/>
                  <a:pt x="83649" y="66370"/>
                </a:cubicBezTo>
                <a:cubicBezTo>
                  <a:pt x="80858" y="63579"/>
                  <a:pt x="76327" y="63579"/>
                  <a:pt x="73536" y="66370"/>
                </a:cubicBezTo>
                <a:lnTo>
                  <a:pt x="50006" y="89900"/>
                </a:lnTo>
                <a:lnTo>
                  <a:pt x="50006" y="7144"/>
                </a:lnTo>
                <a:cubicBezTo>
                  <a:pt x="50006" y="3192"/>
                  <a:pt x="46814" y="0"/>
                  <a:pt x="42863" y="0"/>
                </a:cubicBezTo>
                <a:cubicBezTo>
                  <a:pt x="38911" y="0"/>
                  <a:pt x="35719" y="3192"/>
                  <a:pt x="35719" y="7144"/>
                </a:cubicBezTo>
                <a:lnTo>
                  <a:pt x="35719" y="89900"/>
                </a:lnTo>
                <a:lnTo>
                  <a:pt x="12189" y="66370"/>
                </a:lnTo>
                <a:cubicBezTo>
                  <a:pt x="9398" y="63579"/>
                  <a:pt x="4867" y="63579"/>
                  <a:pt x="2076" y="66370"/>
                </a:cubicBezTo>
                <a:cubicBezTo>
                  <a:pt x="-714" y="69160"/>
                  <a:pt x="-714" y="73692"/>
                  <a:pt x="2076" y="76483"/>
                </a:cubicBezTo>
                <a:lnTo>
                  <a:pt x="37795" y="112202"/>
                </a:lnTo>
                <a:close/>
              </a:path>
            </a:pathLst>
          </a:cu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6750" y="4933950"/>
            <a:ext cx="2428875" cy="304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Needs mapping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67075" y="2286000"/>
            <a:ext cx="2771775" cy="3067050"/>
          </a:xfrm>
          <a:custGeom>
            <a:avLst/>
            <a:gdLst/>
            <a:ahLst/>
            <a:cxnLst/>
            <a:rect l="l" t="t" r="r" b="b"/>
            <a:pathLst>
              <a:path w="2771775" h="30670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2952742"/>
                </a:lnTo>
                <a:cubicBezTo>
                  <a:pt x="2771775" y="3015873"/>
                  <a:pt x="2720598" y="3067050"/>
                  <a:pt x="2657467" y="3067050"/>
                </a:cubicBezTo>
                <a:lnTo>
                  <a:pt x="114308" y="3067050"/>
                </a:lnTo>
                <a:cubicBezTo>
                  <a:pt x="51177" y="3067050"/>
                  <a:pt x="0" y="3015873"/>
                  <a:pt x="0" y="295274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67075" y="228600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381375" y="2419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98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76625" y="24955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45899" y="87987"/>
                </a:moveTo>
                <a:cubicBezTo>
                  <a:pt x="48458" y="84981"/>
                  <a:pt x="48131" y="80486"/>
                  <a:pt x="45125" y="77926"/>
                </a:cubicBezTo>
                <a:cubicBezTo>
                  <a:pt x="42118" y="75367"/>
                  <a:pt x="37624" y="75694"/>
                  <a:pt x="35064" y="78700"/>
                </a:cubicBezTo>
                <a:lnTo>
                  <a:pt x="20776" y="95369"/>
                </a:lnTo>
                <a:cubicBezTo>
                  <a:pt x="18484" y="98048"/>
                  <a:pt x="18484" y="101977"/>
                  <a:pt x="20776" y="104656"/>
                </a:cubicBezTo>
                <a:lnTo>
                  <a:pt x="35064" y="121325"/>
                </a:lnTo>
                <a:cubicBezTo>
                  <a:pt x="37624" y="124331"/>
                  <a:pt x="42148" y="124658"/>
                  <a:pt x="45125" y="122099"/>
                </a:cubicBezTo>
                <a:cubicBezTo>
                  <a:pt x="48101" y="119539"/>
                  <a:pt x="48458" y="115014"/>
                  <a:pt x="45899" y="112038"/>
                </a:cubicBezTo>
                <a:lnTo>
                  <a:pt x="35600" y="100013"/>
                </a:lnTo>
                <a:lnTo>
                  <a:pt x="45899" y="87987"/>
                </a:lnTo>
                <a:close/>
                <a:moveTo>
                  <a:pt x="79236" y="78700"/>
                </a:moveTo>
                <a:cubicBezTo>
                  <a:pt x="76676" y="75694"/>
                  <a:pt x="72152" y="75367"/>
                  <a:pt x="69175" y="77926"/>
                </a:cubicBezTo>
                <a:cubicBezTo>
                  <a:pt x="66199" y="80486"/>
                  <a:pt x="65842" y="85011"/>
                  <a:pt x="68401" y="87987"/>
                </a:cubicBezTo>
                <a:lnTo>
                  <a:pt x="78700" y="100013"/>
                </a:lnTo>
                <a:lnTo>
                  <a:pt x="68401" y="112038"/>
                </a:lnTo>
                <a:cubicBezTo>
                  <a:pt x="65842" y="115044"/>
                  <a:pt x="66169" y="119539"/>
                  <a:pt x="69175" y="122099"/>
                </a:cubicBezTo>
                <a:cubicBezTo>
                  <a:pt x="72182" y="124658"/>
                  <a:pt x="76676" y="124331"/>
                  <a:pt x="79236" y="121325"/>
                </a:cubicBezTo>
                <a:lnTo>
                  <a:pt x="93524" y="104656"/>
                </a:lnTo>
                <a:cubicBezTo>
                  <a:pt x="95816" y="101977"/>
                  <a:pt x="95816" y="98048"/>
                  <a:pt x="93524" y="95369"/>
                </a:cubicBezTo>
                <a:lnTo>
                  <a:pt x="79236" y="78700"/>
                </a:lnTo>
                <a:close/>
              </a:path>
            </a:pathLst>
          </a:cu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62375" y="2457450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questionaire.json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81375" y="2800350"/>
            <a:ext cx="2619375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 definition with coordinates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81375" y="4667250"/>
            <a:ext cx="2543175" cy="266700"/>
          </a:xfrm>
          <a:custGeom>
            <a:avLst/>
            <a:gdLst/>
            <a:ahLst/>
            <a:cxnLst/>
            <a:rect l="l" t="t" r="r" b="b"/>
            <a:pathLst>
              <a:path w="2543175" h="266700">
                <a:moveTo>
                  <a:pt x="38101" y="0"/>
                </a:moveTo>
                <a:lnTo>
                  <a:pt x="2505074" y="0"/>
                </a:lnTo>
                <a:cubicBezTo>
                  <a:pt x="2526117" y="0"/>
                  <a:pt x="2543175" y="17058"/>
                  <a:pt x="2543175" y="38101"/>
                </a:cubicBezTo>
                <a:lnTo>
                  <a:pt x="2543175" y="228599"/>
                </a:lnTo>
                <a:cubicBezTo>
                  <a:pt x="2543175" y="249642"/>
                  <a:pt x="2526117" y="266700"/>
                  <a:pt x="25050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67100" y="4743450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0" y="42103"/>
                </a:moveTo>
                <a:cubicBezTo>
                  <a:pt x="0" y="18842"/>
                  <a:pt x="19199" y="0"/>
                  <a:pt x="42863" y="0"/>
                </a:cubicBezTo>
                <a:cubicBezTo>
                  <a:pt x="66526" y="0"/>
                  <a:pt x="85725" y="18842"/>
                  <a:pt x="85725" y="42103"/>
                </a:cubicBezTo>
                <a:cubicBezTo>
                  <a:pt x="85725" y="68736"/>
                  <a:pt x="58891" y="100660"/>
                  <a:pt x="47685" y="112827"/>
                </a:cubicBezTo>
                <a:cubicBezTo>
                  <a:pt x="45050" y="115684"/>
                  <a:pt x="40652" y="115684"/>
                  <a:pt x="38018" y="112827"/>
                </a:cubicBezTo>
                <a:cubicBezTo>
                  <a:pt x="26811" y="100660"/>
                  <a:pt x="-22" y="68736"/>
                  <a:pt x="-22" y="42103"/>
                </a:cubicBezTo>
                <a:close/>
                <a:moveTo>
                  <a:pt x="42863" y="57150"/>
                </a:moveTo>
                <a:cubicBezTo>
                  <a:pt x="50748" y="57150"/>
                  <a:pt x="57150" y="50748"/>
                  <a:pt x="57150" y="42863"/>
                </a:cubicBezTo>
                <a:cubicBezTo>
                  <a:pt x="57150" y="34977"/>
                  <a:pt x="50748" y="28575"/>
                  <a:pt x="42863" y="28575"/>
                </a:cubicBezTo>
                <a:cubicBezTo>
                  <a:pt x="34977" y="28575"/>
                  <a:pt x="28575" y="34977"/>
                  <a:pt x="28575" y="42863"/>
                </a:cubicBezTo>
                <a:cubicBezTo>
                  <a:pt x="28575" y="50748"/>
                  <a:pt x="34977" y="57150"/>
                  <a:pt x="42863" y="57150"/>
                </a:cubicBezTo>
                <a:close/>
              </a:path>
            </a:pathLst>
          </a:cu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19500" y="4724400"/>
            <a:ext cx="838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x, y coordinates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381375" y="4972050"/>
            <a:ext cx="2543175" cy="266700"/>
          </a:xfrm>
          <a:custGeom>
            <a:avLst/>
            <a:gdLst/>
            <a:ahLst/>
            <a:cxnLst/>
            <a:rect l="l" t="t" r="r" b="b"/>
            <a:pathLst>
              <a:path w="2543175" h="266700">
                <a:moveTo>
                  <a:pt x="38101" y="0"/>
                </a:moveTo>
                <a:lnTo>
                  <a:pt x="2505074" y="0"/>
                </a:lnTo>
                <a:cubicBezTo>
                  <a:pt x="2526117" y="0"/>
                  <a:pt x="2543175" y="17058"/>
                  <a:pt x="2543175" y="38101"/>
                </a:cubicBezTo>
                <a:lnTo>
                  <a:pt x="2543175" y="228599"/>
                </a:lnTo>
                <a:cubicBezTo>
                  <a:pt x="2543175" y="249642"/>
                  <a:pt x="2526117" y="266700"/>
                  <a:pt x="25050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452813" y="50482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7255" y="21431"/>
                </a:moveTo>
                <a:lnTo>
                  <a:pt x="7255" y="54806"/>
                </a:lnTo>
                <a:cubicBezTo>
                  <a:pt x="7255" y="58601"/>
                  <a:pt x="8751" y="62240"/>
                  <a:pt x="11430" y="64919"/>
                </a:cubicBezTo>
                <a:lnTo>
                  <a:pt x="54293" y="107781"/>
                </a:lnTo>
                <a:cubicBezTo>
                  <a:pt x="59874" y="113362"/>
                  <a:pt x="68915" y="113362"/>
                  <a:pt x="74496" y="107781"/>
                </a:cubicBezTo>
                <a:lnTo>
                  <a:pt x="107871" y="74407"/>
                </a:lnTo>
                <a:cubicBezTo>
                  <a:pt x="113452" y="68826"/>
                  <a:pt x="113452" y="59784"/>
                  <a:pt x="107871" y="54203"/>
                </a:cubicBezTo>
                <a:lnTo>
                  <a:pt x="65008" y="11341"/>
                </a:lnTo>
                <a:cubicBezTo>
                  <a:pt x="62329" y="8639"/>
                  <a:pt x="58713" y="7144"/>
                  <a:pt x="54918" y="7144"/>
                </a:cubicBezTo>
                <a:lnTo>
                  <a:pt x="21543" y="7144"/>
                </a:lnTo>
                <a:cubicBezTo>
                  <a:pt x="13662" y="7144"/>
                  <a:pt x="7255" y="13551"/>
                  <a:pt x="7255" y="21431"/>
                </a:cubicBezTo>
                <a:close/>
                <a:moveTo>
                  <a:pt x="32258" y="25003"/>
                </a:moveTo>
                <a:cubicBezTo>
                  <a:pt x="36201" y="25003"/>
                  <a:pt x="39402" y="28204"/>
                  <a:pt x="39402" y="32147"/>
                </a:cubicBezTo>
                <a:cubicBezTo>
                  <a:pt x="39402" y="36090"/>
                  <a:pt x="36201" y="39291"/>
                  <a:pt x="32258" y="39291"/>
                </a:cubicBezTo>
                <a:cubicBezTo>
                  <a:pt x="28316" y="39291"/>
                  <a:pt x="25115" y="36090"/>
                  <a:pt x="25115" y="32147"/>
                </a:cubicBezTo>
                <a:cubicBezTo>
                  <a:pt x="25115" y="28204"/>
                  <a:pt x="28316" y="25003"/>
                  <a:pt x="32258" y="25003"/>
                </a:cubicBezTo>
                <a:close/>
              </a:path>
            </a:pathLst>
          </a:cu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19500" y="5029200"/>
            <a:ext cx="590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Field types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53150" y="2286000"/>
            <a:ext cx="2771775" cy="3067050"/>
          </a:xfrm>
          <a:custGeom>
            <a:avLst/>
            <a:gdLst/>
            <a:ahLst/>
            <a:cxnLst/>
            <a:rect l="l" t="t" r="r" b="b"/>
            <a:pathLst>
              <a:path w="2771775" h="30670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2952742"/>
                </a:lnTo>
                <a:cubicBezTo>
                  <a:pt x="2771775" y="3015873"/>
                  <a:pt x="2720598" y="3067050"/>
                  <a:pt x="2657467" y="3067050"/>
                </a:cubicBezTo>
                <a:lnTo>
                  <a:pt x="114308" y="3067050"/>
                </a:lnTo>
                <a:cubicBezTo>
                  <a:pt x="51177" y="3067050"/>
                  <a:pt x="0" y="3015873"/>
                  <a:pt x="0" y="295274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53150" y="228600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67450" y="2419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CAF5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43650" y="2495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48450" y="2457450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Extraction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67450" y="2800350"/>
            <a:ext cx="2619375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parses input against schema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67450" y="4667250"/>
            <a:ext cx="2543175" cy="266700"/>
          </a:xfrm>
          <a:custGeom>
            <a:avLst/>
            <a:gdLst/>
            <a:ahLst/>
            <a:cxnLst/>
            <a:rect l="l" t="t" r="r" b="b"/>
            <a:pathLst>
              <a:path w="2543175" h="266700">
                <a:moveTo>
                  <a:pt x="38101" y="0"/>
                </a:moveTo>
                <a:lnTo>
                  <a:pt x="2505074" y="0"/>
                </a:lnTo>
                <a:cubicBezTo>
                  <a:pt x="2526117" y="0"/>
                  <a:pt x="2543175" y="17058"/>
                  <a:pt x="2543175" y="38101"/>
                </a:cubicBezTo>
                <a:lnTo>
                  <a:pt x="2543175" y="228599"/>
                </a:lnTo>
                <a:cubicBezTo>
                  <a:pt x="2543175" y="249642"/>
                  <a:pt x="2526117" y="266700"/>
                  <a:pt x="25050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346031" y="47434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100013" y="45943"/>
                </a:moveTo>
                <a:cubicBezTo>
                  <a:pt x="96709" y="48131"/>
                  <a:pt x="92913" y="49895"/>
                  <a:pt x="88962" y="51301"/>
                </a:cubicBezTo>
                <a:cubicBezTo>
                  <a:pt x="78470" y="55052"/>
                  <a:pt x="64696" y="57150"/>
                  <a:pt x="50006" y="57150"/>
                </a:cubicBezTo>
                <a:cubicBezTo>
                  <a:pt x="35317" y="57150"/>
                  <a:pt x="21521" y="55029"/>
                  <a:pt x="11050" y="51301"/>
                </a:cubicBezTo>
                <a:cubicBezTo>
                  <a:pt x="7121" y="49895"/>
                  <a:pt x="3304" y="48131"/>
                  <a:pt x="0" y="45943"/>
                </a:cubicBezTo>
                <a:lnTo>
                  <a:pt x="0" y="64294"/>
                </a:lnTo>
                <a:cubicBezTo>
                  <a:pt x="0" y="74161"/>
                  <a:pt x="22391" y="82153"/>
                  <a:pt x="50006" y="82153"/>
                </a:cubicBezTo>
                <a:cubicBezTo>
                  <a:pt x="77621" y="82153"/>
                  <a:pt x="100013" y="74161"/>
                  <a:pt x="100013" y="64294"/>
                </a:cubicBezTo>
                <a:lnTo>
                  <a:pt x="100013" y="45943"/>
                </a:lnTo>
                <a:close/>
                <a:moveTo>
                  <a:pt x="100013" y="28575"/>
                </a:moveTo>
                <a:lnTo>
                  <a:pt x="100013" y="17859"/>
                </a:lnTo>
                <a:cubicBezTo>
                  <a:pt x="100013" y="7992"/>
                  <a:pt x="77621" y="0"/>
                  <a:pt x="50006" y="0"/>
                </a:cubicBezTo>
                <a:cubicBezTo>
                  <a:pt x="22391" y="0"/>
                  <a:pt x="0" y="7992"/>
                  <a:pt x="0" y="17859"/>
                </a:cubicBezTo>
                <a:lnTo>
                  <a:pt x="0" y="28575"/>
                </a:lnTo>
                <a:cubicBezTo>
                  <a:pt x="0" y="38442"/>
                  <a:pt x="22391" y="46434"/>
                  <a:pt x="50006" y="46434"/>
                </a:cubicBezTo>
                <a:cubicBezTo>
                  <a:pt x="77621" y="46434"/>
                  <a:pt x="100013" y="38442"/>
                  <a:pt x="100013" y="28575"/>
                </a:cubicBezTo>
                <a:close/>
                <a:moveTo>
                  <a:pt x="88962" y="87020"/>
                </a:moveTo>
                <a:cubicBezTo>
                  <a:pt x="78492" y="90748"/>
                  <a:pt x="64718" y="92869"/>
                  <a:pt x="50006" y="92869"/>
                </a:cubicBezTo>
                <a:cubicBezTo>
                  <a:pt x="35295" y="92869"/>
                  <a:pt x="21521" y="90748"/>
                  <a:pt x="11050" y="87020"/>
                </a:cubicBezTo>
                <a:cubicBezTo>
                  <a:pt x="7121" y="85613"/>
                  <a:pt x="3304" y="83850"/>
                  <a:pt x="0" y="81662"/>
                </a:cubicBezTo>
                <a:lnTo>
                  <a:pt x="0" y="96441"/>
                </a:lnTo>
                <a:cubicBezTo>
                  <a:pt x="0" y="106308"/>
                  <a:pt x="22391" y="114300"/>
                  <a:pt x="50006" y="114300"/>
                </a:cubicBezTo>
                <a:cubicBezTo>
                  <a:pt x="77621" y="114300"/>
                  <a:pt x="100013" y="106308"/>
                  <a:pt x="100013" y="96441"/>
                </a:cubicBezTo>
                <a:lnTo>
                  <a:pt x="100013" y="81662"/>
                </a:lnTo>
                <a:cubicBezTo>
                  <a:pt x="96709" y="83850"/>
                  <a:pt x="92913" y="85613"/>
                  <a:pt x="88962" y="87020"/>
                </a:cubicBezTo>
                <a:close/>
              </a:path>
            </a:pathLst>
          </a:cu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05575" y="4724400"/>
            <a:ext cx="819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data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67450" y="4972050"/>
            <a:ext cx="2543175" cy="266700"/>
          </a:xfrm>
          <a:custGeom>
            <a:avLst/>
            <a:gdLst/>
            <a:ahLst/>
            <a:cxnLst/>
            <a:rect l="l" t="t" r="r" b="b"/>
            <a:pathLst>
              <a:path w="2543175" h="266700">
                <a:moveTo>
                  <a:pt x="38101" y="0"/>
                </a:moveTo>
                <a:lnTo>
                  <a:pt x="2505074" y="0"/>
                </a:lnTo>
                <a:cubicBezTo>
                  <a:pt x="2526117" y="0"/>
                  <a:pt x="2543175" y="17058"/>
                  <a:pt x="2543175" y="38101"/>
                </a:cubicBezTo>
                <a:lnTo>
                  <a:pt x="2543175" y="228599"/>
                </a:lnTo>
                <a:cubicBezTo>
                  <a:pt x="2543175" y="249642"/>
                  <a:pt x="2526117" y="266700"/>
                  <a:pt x="25050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338888" y="50482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75009" y="78581"/>
                </a:moveTo>
                <a:cubicBezTo>
                  <a:pt x="96709" y="78581"/>
                  <a:pt x="114300" y="60990"/>
                  <a:pt x="114300" y="39291"/>
                </a:cubicBezTo>
                <a:cubicBezTo>
                  <a:pt x="114300" y="17591"/>
                  <a:pt x="96709" y="0"/>
                  <a:pt x="75009" y="0"/>
                </a:cubicBezTo>
                <a:cubicBezTo>
                  <a:pt x="53310" y="0"/>
                  <a:pt x="35719" y="17591"/>
                  <a:pt x="35719" y="39291"/>
                </a:cubicBezTo>
                <a:cubicBezTo>
                  <a:pt x="35719" y="43465"/>
                  <a:pt x="36366" y="47506"/>
                  <a:pt x="37572" y="51279"/>
                </a:cubicBezTo>
                <a:lnTo>
                  <a:pt x="1563" y="87288"/>
                </a:lnTo>
                <a:cubicBezTo>
                  <a:pt x="558" y="88292"/>
                  <a:pt x="0" y="89654"/>
                  <a:pt x="0" y="91083"/>
                </a:cubicBezTo>
                <a:lnTo>
                  <a:pt x="0" y="108942"/>
                </a:lnTo>
                <a:cubicBezTo>
                  <a:pt x="0" y="111911"/>
                  <a:pt x="2389" y="114300"/>
                  <a:pt x="5358" y="114300"/>
                </a:cubicBezTo>
                <a:lnTo>
                  <a:pt x="23217" y="114300"/>
                </a:lnTo>
                <a:cubicBezTo>
                  <a:pt x="26186" y="114300"/>
                  <a:pt x="28575" y="111911"/>
                  <a:pt x="28575" y="108942"/>
                </a:cubicBezTo>
                <a:lnTo>
                  <a:pt x="28575" y="100013"/>
                </a:lnTo>
                <a:lnTo>
                  <a:pt x="37505" y="100013"/>
                </a:lnTo>
                <a:cubicBezTo>
                  <a:pt x="40474" y="100013"/>
                  <a:pt x="42863" y="97624"/>
                  <a:pt x="42863" y="94655"/>
                </a:cubicBezTo>
                <a:lnTo>
                  <a:pt x="42863" y="85725"/>
                </a:lnTo>
                <a:lnTo>
                  <a:pt x="51792" y="85725"/>
                </a:lnTo>
                <a:cubicBezTo>
                  <a:pt x="53221" y="85725"/>
                  <a:pt x="54583" y="85167"/>
                  <a:pt x="55587" y="84162"/>
                </a:cubicBezTo>
                <a:lnTo>
                  <a:pt x="63021" y="76728"/>
                </a:lnTo>
                <a:cubicBezTo>
                  <a:pt x="66794" y="77934"/>
                  <a:pt x="70835" y="78581"/>
                  <a:pt x="75009" y="78581"/>
                </a:cubicBezTo>
                <a:close/>
                <a:moveTo>
                  <a:pt x="83939" y="21431"/>
                </a:moveTo>
                <a:cubicBezTo>
                  <a:pt x="88867" y="21431"/>
                  <a:pt x="92869" y="25433"/>
                  <a:pt x="92869" y="30361"/>
                </a:cubicBezTo>
                <a:cubicBezTo>
                  <a:pt x="92869" y="35289"/>
                  <a:pt x="88867" y="39291"/>
                  <a:pt x="83939" y="39291"/>
                </a:cubicBezTo>
                <a:cubicBezTo>
                  <a:pt x="79011" y="39291"/>
                  <a:pt x="75009" y="35289"/>
                  <a:pt x="75009" y="30361"/>
                </a:cubicBezTo>
                <a:cubicBezTo>
                  <a:pt x="75009" y="25433"/>
                  <a:pt x="79011" y="21431"/>
                  <a:pt x="83939" y="21431"/>
                </a:cubicBezTo>
                <a:close/>
              </a:path>
            </a:pathLst>
          </a:cu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05575" y="5029200"/>
            <a:ext cx="657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{field: value}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39225" y="2286000"/>
            <a:ext cx="2771775" cy="3067050"/>
          </a:xfrm>
          <a:custGeom>
            <a:avLst/>
            <a:gdLst/>
            <a:ahLst/>
            <a:cxnLst/>
            <a:rect l="l" t="t" r="r" b="b"/>
            <a:pathLst>
              <a:path w="2771775" h="306705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2952742"/>
                </a:lnTo>
                <a:cubicBezTo>
                  <a:pt x="2771775" y="3015873"/>
                  <a:pt x="2720598" y="3067050"/>
                  <a:pt x="2657467" y="3067050"/>
                </a:cubicBezTo>
                <a:lnTo>
                  <a:pt x="114308" y="3067050"/>
                </a:lnTo>
                <a:cubicBezTo>
                  <a:pt x="51177" y="3067050"/>
                  <a:pt x="0" y="3015873"/>
                  <a:pt x="0" y="295274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039225" y="2286000"/>
            <a:ext cx="2771775" cy="38100"/>
          </a:xfrm>
          <a:custGeom>
            <a:avLst/>
            <a:gdLst/>
            <a:ahLst/>
            <a:cxnLst/>
            <a:rect l="l" t="t" r="r" b="b"/>
            <a:pathLst>
              <a:path w="2771775" h="38100">
                <a:moveTo>
                  <a:pt x="38100" y="0"/>
                </a:moveTo>
                <a:lnTo>
                  <a:pt x="2733675" y="0"/>
                </a:lnTo>
                <a:cubicBezTo>
                  <a:pt x="2754703" y="0"/>
                  <a:pt x="2771775" y="17072"/>
                  <a:pt x="2771775" y="38100"/>
                </a:cubicBezTo>
                <a:lnTo>
                  <a:pt x="27717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9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153525" y="2419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91E63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210675" y="24955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E9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534525" y="2457450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 Filler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153525" y="2800350"/>
            <a:ext cx="2619375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PyAutoGUI clicks and types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153525" y="4667250"/>
            <a:ext cx="2543175" cy="266700"/>
          </a:xfrm>
          <a:custGeom>
            <a:avLst/>
            <a:gdLst/>
            <a:ahLst/>
            <a:cxnLst/>
            <a:rect l="l" t="t" r="r" b="b"/>
            <a:pathLst>
              <a:path w="2543175" h="266700">
                <a:moveTo>
                  <a:pt x="38101" y="0"/>
                </a:moveTo>
                <a:lnTo>
                  <a:pt x="2505074" y="0"/>
                </a:lnTo>
                <a:cubicBezTo>
                  <a:pt x="2526117" y="0"/>
                  <a:pt x="2543175" y="17058"/>
                  <a:pt x="2543175" y="38101"/>
                </a:cubicBezTo>
                <a:lnTo>
                  <a:pt x="2543175" y="228599"/>
                </a:lnTo>
                <a:cubicBezTo>
                  <a:pt x="2543175" y="249642"/>
                  <a:pt x="2526117" y="266700"/>
                  <a:pt x="25050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232106" y="47434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17257" y="558"/>
                </a:moveTo>
                <a:cubicBezTo>
                  <a:pt x="19065" y="-357"/>
                  <a:pt x="21253" y="-156"/>
                  <a:pt x="22860" y="1072"/>
                </a:cubicBezTo>
                <a:lnTo>
                  <a:pt x="94298" y="54627"/>
                </a:lnTo>
                <a:cubicBezTo>
                  <a:pt x="96150" y="56011"/>
                  <a:pt x="96887" y="58422"/>
                  <a:pt x="96173" y="60610"/>
                </a:cubicBezTo>
                <a:cubicBezTo>
                  <a:pt x="95458" y="62798"/>
                  <a:pt x="93405" y="64271"/>
                  <a:pt x="91083" y="64271"/>
                </a:cubicBezTo>
                <a:lnTo>
                  <a:pt x="57083" y="64271"/>
                </a:lnTo>
                <a:lnTo>
                  <a:pt x="76929" y="103942"/>
                </a:lnTo>
                <a:cubicBezTo>
                  <a:pt x="78693" y="107469"/>
                  <a:pt x="77264" y="111755"/>
                  <a:pt x="73737" y="113519"/>
                </a:cubicBezTo>
                <a:cubicBezTo>
                  <a:pt x="70210" y="115282"/>
                  <a:pt x="65923" y="113854"/>
                  <a:pt x="64160" y="110326"/>
                </a:cubicBezTo>
                <a:lnTo>
                  <a:pt x="44314" y="70656"/>
                </a:lnTo>
                <a:lnTo>
                  <a:pt x="23932" y="97847"/>
                </a:lnTo>
                <a:cubicBezTo>
                  <a:pt x="22547" y="99700"/>
                  <a:pt x="20136" y="100437"/>
                  <a:pt x="17949" y="99722"/>
                </a:cubicBezTo>
                <a:cubicBezTo>
                  <a:pt x="15761" y="99008"/>
                  <a:pt x="14288" y="96954"/>
                  <a:pt x="14288" y="94655"/>
                </a:cubicBezTo>
                <a:lnTo>
                  <a:pt x="14288" y="5358"/>
                </a:lnTo>
                <a:cubicBezTo>
                  <a:pt x="14288" y="3326"/>
                  <a:pt x="15426" y="1473"/>
                  <a:pt x="17257" y="558"/>
                </a:cubicBezTo>
                <a:close/>
              </a:path>
            </a:pathLst>
          </a:custGeom>
          <a:solidFill>
            <a:srgbClr val="E9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391650" y="4724400"/>
            <a:ext cx="590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 at x,y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153525" y="4972050"/>
            <a:ext cx="2543175" cy="266700"/>
          </a:xfrm>
          <a:custGeom>
            <a:avLst/>
            <a:gdLst/>
            <a:ahLst/>
            <a:cxnLst/>
            <a:rect l="l" t="t" r="r" b="b"/>
            <a:pathLst>
              <a:path w="2543175" h="266700">
                <a:moveTo>
                  <a:pt x="38101" y="0"/>
                </a:moveTo>
                <a:lnTo>
                  <a:pt x="2505074" y="0"/>
                </a:lnTo>
                <a:cubicBezTo>
                  <a:pt x="2526117" y="0"/>
                  <a:pt x="2543175" y="17058"/>
                  <a:pt x="2543175" y="38101"/>
                </a:cubicBezTo>
                <a:lnTo>
                  <a:pt x="2543175" y="228599"/>
                </a:lnTo>
                <a:cubicBezTo>
                  <a:pt x="2543175" y="249642"/>
                  <a:pt x="2526117" y="266700"/>
                  <a:pt x="25050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9217819" y="5048250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14288" y="14288"/>
                </a:moveTo>
                <a:cubicBezTo>
                  <a:pt x="6407" y="14288"/>
                  <a:pt x="0" y="20695"/>
                  <a:pt x="0" y="28575"/>
                </a:cubicBezTo>
                <a:lnTo>
                  <a:pt x="0" y="85725"/>
                </a:lnTo>
                <a:cubicBezTo>
                  <a:pt x="0" y="93605"/>
                  <a:pt x="6407" y="100013"/>
                  <a:pt x="14288" y="100013"/>
                </a:cubicBezTo>
                <a:lnTo>
                  <a:pt x="114300" y="100013"/>
                </a:lnTo>
                <a:cubicBezTo>
                  <a:pt x="122180" y="100013"/>
                  <a:pt x="128588" y="93605"/>
                  <a:pt x="128588" y="85725"/>
                </a:cubicBezTo>
                <a:lnTo>
                  <a:pt x="128588" y="28575"/>
                </a:lnTo>
                <a:cubicBezTo>
                  <a:pt x="128588" y="20695"/>
                  <a:pt x="122180" y="14288"/>
                  <a:pt x="114300" y="14288"/>
                </a:cubicBezTo>
                <a:lnTo>
                  <a:pt x="14288" y="14288"/>
                </a:lnTo>
                <a:close/>
                <a:moveTo>
                  <a:pt x="17859" y="28575"/>
                </a:moveTo>
                <a:lnTo>
                  <a:pt x="25003" y="28575"/>
                </a:lnTo>
                <a:cubicBezTo>
                  <a:pt x="26968" y="28575"/>
                  <a:pt x="28575" y="30182"/>
                  <a:pt x="28575" y="32147"/>
                </a:cubicBezTo>
                <a:lnTo>
                  <a:pt x="28575" y="39291"/>
                </a:lnTo>
                <a:cubicBezTo>
                  <a:pt x="28575" y="41255"/>
                  <a:pt x="26968" y="42863"/>
                  <a:pt x="25003" y="42863"/>
                </a:cubicBezTo>
                <a:lnTo>
                  <a:pt x="17859" y="42863"/>
                </a:lnTo>
                <a:cubicBezTo>
                  <a:pt x="15895" y="42863"/>
                  <a:pt x="14288" y="41255"/>
                  <a:pt x="14288" y="39291"/>
                </a:cubicBezTo>
                <a:lnTo>
                  <a:pt x="14288" y="32147"/>
                </a:lnTo>
                <a:cubicBezTo>
                  <a:pt x="14288" y="30182"/>
                  <a:pt x="15895" y="28575"/>
                  <a:pt x="17859" y="28575"/>
                </a:cubicBezTo>
                <a:close/>
                <a:moveTo>
                  <a:pt x="14288" y="53578"/>
                </a:moveTo>
                <a:cubicBezTo>
                  <a:pt x="14288" y="51614"/>
                  <a:pt x="15895" y="50006"/>
                  <a:pt x="17859" y="50006"/>
                </a:cubicBezTo>
                <a:lnTo>
                  <a:pt x="25003" y="50006"/>
                </a:lnTo>
                <a:cubicBezTo>
                  <a:pt x="26968" y="50006"/>
                  <a:pt x="28575" y="51614"/>
                  <a:pt x="28575" y="53578"/>
                </a:cubicBezTo>
                <a:lnTo>
                  <a:pt x="28575" y="60722"/>
                </a:lnTo>
                <a:cubicBezTo>
                  <a:pt x="28575" y="62686"/>
                  <a:pt x="26968" y="64294"/>
                  <a:pt x="25003" y="64294"/>
                </a:cubicBezTo>
                <a:lnTo>
                  <a:pt x="17859" y="64294"/>
                </a:lnTo>
                <a:cubicBezTo>
                  <a:pt x="15895" y="64294"/>
                  <a:pt x="14288" y="62686"/>
                  <a:pt x="14288" y="60722"/>
                </a:cubicBezTo>
                <a:lnTo>
                  <a:pt x="14288" y="53578"/>
                </a:lnTo>
                <a:close/>
                <a:moveTo>
                  <a:pt x="39291" y="28575"/>
                </a:moveTo>
                <a:lnTo>
                  <a:pt x="46434" y="28575"/>
                </a:lnTo>
                <a:cubicBezTo>
                  <a:pt x="48399" y="28575"/>
                  <a:pt x="50006" y="30182"/>
                  <a:pt x="50006" y="32147"/>
                </a:cubicBezTo>
                <a:lnTo>
                  <a:pt x="50006" y="39291"/>
                </a:lnTo>
                <a:cubicBezTo>
                  <a:pt x="50006" y="41255"/>
                  <a:pt x="48399" y="42863"/>
                  <a:pt x="46434" y="42863"/>
                </a:cubicBezTo>
                <a:lnTo>
                  <a:pt x="39291" y="42863"/>
                </a:lnTo>
                <a:cubicBezTo>
                  <a:pt x="37326" y="42863"/>
                  <a:pt x="35719" y="41255"/>
                  <a:pt x="35719" y="39291"/>
                </a:cubicBezTo>
                <a:lnTo>
                  <a:pt x="35719" y="32147"/>
                </a:lnTo>
                <a:cubicBezTo>
                  <a:pt x="35719" y="30182"/>
                  <a:pt x="37326" y="28575"/>
                  <a:pt x="39291" y="28575"/>
                </a:cubicBezTo>
                <a:close/>
                <a:moveTo>
                  <a:pt x="35719" y="53578"/>
                </a:moveTo>
                <a:cubicBezTo>
                  <a:pt x="35719" y="51614"/>
                  <a:pt x="37326" y="50006"/>
                  <a:pt x="39291" y="50006"/>
                </a:cubicBezTo>
                <a:lnTo>
                  <a:pt x="46434" y="50006"/>
                </a:lnTo>
                <a:cubicBezTo>
                  <a:pt x="48399" y="50006"/>
                  <a:pt x="50006" y="51614"/>
                  <a:pt x="50006" y="53578"/>
                </a:cubicBezTo>
                <a:lnTo>
                  <a:pt x="50006" y="60722"/>
                </a:lnTo>
                <a:cubicBezTo>
                  <a:pt x="50006" y="62686"/>
                  <a:pt x="48399" y="64294"/>
                  <a:pt x="46434" y="64294"/>
                </a:cubicBezTo>
                <a:lnTo>
                  <a:pt x="39291" y="64294"/>
                </a:lnTo>
                <a:cubicBezTo>
                  <a:pt x="37326" y="64294"/>
                  <a:pt x="35719" y="62686"/>
                  <a:pt x="35719" y="60722"/>
                </a:cubicBezTo>
                <a:lnTo>
                  <a:pt x="35719" y="53578"/>
                </a:lnTo>
                <a:close/>
                <a:moveTo>
                  <a:pt x="39291" y="71438"/>
                </a:moveTo>
                <a:lnTo>
                  <a:pt x="89297" y="71438"/>
                </a:lnTo>
                <a:cubicBezTo>
                  <a:pt x="91261" y="71438"/>
                  <a:pt x="92869" y="73045"/>
                  <a:pt x="92869" y="75009"/>
                </a:cubicBezTo>
                <a:lnTo>
                  <a:pt x="92869" y="82153"/>
                </a:lnTo>
                <a:cubicBezTo>
                  <a:pt x="92869" y="84118"/>
                  <a:pt x="91261" y="85725"/>
                  <a:pt x="89297" y="85725"/>
                </a:cubicBezTo>
                <a:lnTo>
                  <a:pt x="39291" y="85725"/>
                </a:lnTo>
                <a:cubicBezTo>
                  <a:pt x="37326" y="85725"/>
                  <a:pt x="35719" y="84118"/>
                  <a:pt x="35719" y="82153"/>
                </a:cubicBezTo>
                <a:lnTo>
                  <a:pt x="35719" y="75009"/>
                </a:lnTo>
                <a:cubicBezTo>
                  <a:pt x="35719" y="73045"/>
                  <a:pt x="37326" y="71438"/>
                  <a:pt x="39291" y="71438"/>
                </a:cubicBezTo>
                <a:close/>
                <a:moveTo>
                  <a:pt x="57150" y="32147"/>
                </a:moveTo>
                <a:cubicBezTo>
                  <a:pt x="57150" y="30182"/>
                  <a:pt x="58757" y="28575"/>
                  <a:pt x="60722" y="28575"/>
                </a:cubicBezTo>
                <a:lnTo>
                  <a:pt x="67866" y="28575"/>
                </a:lnTo>
                <a:cubicBezTo>
                  <a:pt x="69830" y="28575"/>
                  <a:pt x="71438" y="30182"/>
                  <a:pt x="71438" y="32147"/>
                </a:cubicBezTo>
                <a:lnTo>
                  <a:pt x="71438" y="39291"/>
                </a:lnTo>
                <a:cubicBezTo>
                  <a:pt x="71438" y="41255"/>
                  <a:pt x="69830" y="42863"/>
                  <a:pt x="67866" y="42863"/>
                </a:cubicBezTo>
                <a:lnTo>
                  <a:pt x="60722" y="42863"/>
                </a:lnTo>
                <a:cubicBezTo>
                  <a:pt x="58757" y="42863"/>
                  <a:pt x="57150" y="41255"/>
                  <a:pt x="57150" y="39291"/>
                </a:cubicBezTo>
                <a:lnTo>
                  <a:pt x="57150" y="32147"/>
                </a:lnTo>
                <a:close/>
                <a:moveTo>
                  <a:pt x="60722" y="50006"/>
                </a:moveTo>
                <a:lnTo>
                  <a:pt x="67866" y="50006"/>
                </a:lnTo>
                <a:cubicBezTo>
                  <a:pt x="69830" y="50006"/>
                  <a:pt x="71438" y="51614"/>
                  <a:pt x="71438" y="53578"/>
                </a:cubicBezTo>
                <a:lnTo>
                  <a:pt x="71438" y="60722"/>
                </a:lnTo>
                <a:cubicBezTo>
                  <a:pt x="71438" y="62686"/>
                  <a:pt x="69830" y="64294"/>
                  <a:pt x="67866" y="64294"/>
                </a:cubicBezTo>
                <a:lnTo>
                  <a:pt x="60722" y="64294"/>
                </a:lnTo>
                <a:cubicBezTo>
                  <a:pt x="58757" y="64294"/>
                  <a:pt x="57150" y="62686"/>
                  <a:pt x="57150" y="60722"/>
                </a:cubicBezTo>
                <a:lnTo>
                  <a:pt x="57150" y="53578"/>
                </a:lnTo>
                <a:cubicBezTo>
                  <a:pt x="57150" y="51614"/>
                  <a:pt x="58757" y="50006"/>
                  <a:pt x="60722" y="50006"/>
                </a:cubicBezTo>
                <a:close/>
                <a:moveTo>
                  <a:pt x="78581" y="32147"/>
                </a:moveTo>
                <a:cubicBezTo>
                  <a:pt x="78581" y="30182"/>
                  <a:pt x="80189" y="28575"/>
                  <a:pt x="82153" y="28575"/>
                </a:cubicBezTo>
                <a:lnTo>
                  <a:pt x="89297" y="28575"/>
                </a:lnTo>
                <a:cubicBezTo>
                  <a:pt x="91261" y="28575"/>
                  <a:pt x="92869" y="30182"/>
                  <a:pt x="92869" y="32147"/>
                </a:cubicBezTo>
                <a:lnTo>
                  <a:pt x="92869" y="39291"/>
                </a:lnTo>
                <a:cubicBezTo>
                  <a:pt x="92869" y="41255"/>
                  <a:pt x="91261" y="42863"/>
                  <a:pt x="89297" y="42863"/>
                </a:cubicBezTo>
                <a:lnTo>
                  <a:pt x="82153" y="42863"/>
                </a:lnTo>
                <a:cubicBezTo>
                  <a:pt x="80189" y="42863"/>
                  <a:pt x="78581" y="41255"/>
                  <a:pt x="78581" y="39291"/>
                </a:cubicBezTo>
                <a:lnTo>
                  <a:pt x="78581" y="32147"/>
                </a:lnTo>
                <a:close/>
                <a:moveTo>
                  <a:pt x="82153" y="50006"/>
                </a:moveTo>
                <a:lnTo>
                  <a:pt x="89297" y="50006"/>
                </a:lnTo>
                <a:cubicBezTo>
                  <a:pt x="91261" y="50006"/>
                  <a:pt x="92869" y="51614"/>
                  <a:pt x="92869" y="53578"/>
                </a:cubicBezTo>
                <a:lnTo>
                  <a:pt x="92869" y="60722"/>
                </a:lnTo>
                <a:cubicBezTo>
                  <a:pt x="92869" y="62686"/>
                  <a:pt x="91261" y="64294"/>
                  <a:pt x="89297" y="64294"/>
                </a:cubicBezTo>
                <a:lnTo>
                  <a:pt x="82153" y="64294"/>
                </a:lnTo>
                <a:cubicBezTo>
                  <a:pt x="80189" y="64294"/>
                  <a:pt x="78581" y="62686"/>
                  <a:pt x="78581" y="60722"/>
                </a:cubicBezTo>
                <a:lnTo>
                  <a:pt x="78581" y="53578"/>
                </a:lnTo>
                <a:cubicBezTo>
                  <a:pt x="78581" y="51614"/>
                  <a:pt x="80189" y="50006"/>
                  <a:pt x="82153" y="50006"/>
                </a:cubicBezTo>
                <a:close/>
                <a:moveTo>
                  <a:pt x="100013" y="32147"/>
                </a:moveTo>
                <a:cubicBezTo>
                  <a:pt x="100013" y="30182"/>
                  <a:pt x="101620" y="28575"/>
                  <a:pt x="103584" y="28575"/>
                </a:cubicBezTo>
                <a:lnTo>
                  <a:pt x="110728" y="28575"/>
                </a:lnTo>
                <a:cubicBezTo>
                  <a:pt x="112693" y="28575"/>
                  <a:pt x="114300" y="30182"/>
                  <a:pt x="114300" y="32147"/>
                </a:cubicBezTo>
                <a:lnTo>
                  <a:pt x="114300" y="39291"/>
                </a:lnTo>
                <a:cubicBezTo>
                  <a:pt x="114300" y="41255"/>
                  <a:pt x="112693" y="42863"/>
                  <a:pt x="110728" y="42863"/>
                </a:cubicBezTo>
                <a:lnTo>
                  <a:pt x="103584" y="42863"/>
                </a:lnTo>
                <a:cubicBezTo>
                  <a:pt x="101620" y="42863"/>
                  <a:pt x="100013" y="41255"/>
                  <a:pt x="100013" y="39291"/>
                </a:cubicBezTo>
                <a:lnTo>
                  <a:pt x="100013" y="32147"/>
                </a:lnTo>
                <a:close/>
                <a:moveTo>
                  <a:pt x="103584" y="50006"/>
                </a:moveTo>
                <a:lnTo>
                  <a:pt x="110728" y="50006"/>
                </a:lnTo>
                <a:cubicBezTo>
                  <a:pt x="112693" y="50006"/>
                  <a:pt x="114300" y="51614"/>
                  <a:pt x="114300" y="53578"/>
                </a:cubicBezTo>
                <a:lnTo>
                  <a:pt x="114300" y="60722"/>
                </a:lnTo>
                <a:cubicBezTo>
                  <a:pt x="114300" y="62686"/>
                  <a:pt x="112693" y="64294"/>
                  <a:pt x="110728" y="64294"/>
                </a:cubicBezTo>
                <a:lnTo>
                  <a:pt x="103584" y="64294"/>
                </a:lnTo>
                <a:cubicBezTo>
                  <a:pt x="101620" y="64294"/>
                  <a:pt x="100013" y="62686"/>
                  <a:pt x="100013" y="60722"/>
                </a:cubicBezTo>
                <a:lnTo>
                  <a:pt x="100013" y="53578"/>
                </a:lnTo>
                <a:cubicBezTo>
                  <a:pt x="100013" y="51614"/>
                  <a:pt x="101620" y="50006"/>
                  <a:pt x="103584" y="50006"/>
                </a:cubicBezTo>
                <a:close/>
              </a:path>
            </a:pathLst>
          </a:custGeom>
          <a:solidFill>
            <a:srgbClr val="E9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391650" y="5029200"/>
            <a:ext cx="590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 value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00050" y="5467350"/>
            <a:ext cx="5638800" cy="1009650"/>
          </a:xfrm>
          <a:custGeom>
            <a:avLst/>
            <a:gdLst/>
            <a:ahLst/>
            <a:cxnLst/>
            <a:rect l="l" t="t" r="r" b="b"/>
            <a:pathLst>
              <a:path w="5638800" h="1009650">
                <a:moveTo>
                  <a:pt x="38100" y="0"/>
                </a:moveTo>
                <a:lnTo>
                  <a:pt x="5524498" y="0"/>
                </a:lnTo>
                <a:cubicBezTo>
                  <a:pt x="5587625" y="0"/>
                  <a:pt x="5638800" y="51175"/>
                  <a:pt x="5638800" y="114302"/>
                </a:cubicBezTo>
                <a:lnTo>
                  <a:pt x="5638800" y="895348"/>
                </a:lnTo>
                <a:cubicBezTo>
                  <a:pt x="5638800" y="958475"/>
                  <a:pt x="5587625" y="1009650"/>
                  <a:pt x="5524498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00050" y="546735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71500" y="56197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23900" y="558165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questionaire.json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33400" y="5886450"/>
            <a:ext cx="5467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 definition with pixel coordinates. Map each DxCare field once.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33400" y="6172200"/>
            <a:ext cx="695325" cy="190500"/>
          </a:xfrm>
          <a:custGeom>
            <a:avLst/>
            <a:gdLst/>
            <a:ahLst/>
            <a:cxnLst/>
            <a:rect l="l" t="t" r="r" b="b"/>
            <a:pathLst>
              <a:path w="695325" h="190500">
                <a:moveTo>
                  <a:pt x="95250" y="0"/>
                </a:moveTo>
                <a:lnTo>
                  <a:pt x="600075" y="0"/>
                </a:lnTo>
                <a:cubicBezTo>
                  <a:pt x="652645" y="0"/>
                  <a:pt x="695325" y="42680"/>
                  <a:pt x="695325" y="95250"/>
                </a:cubicBezTo>
                <a:lnTo>
                  <a:pt x="695325" y="95250"/>
                </a:lnTo>
                <a:cubicBezTo>
                  <a:pt x="695325" y="147820"/>
                  <a:pt x="652645" y="190500"/>
                  <a:pt x="60007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98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33400" y="6172200"/>
            <a:ext cx="75247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9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form_input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287884" y="6172200"/>
            <a:ext cx="1028700" cy="190500"/>
          </a:xfrm>
          <a:custGeom>
            <a:avLst/>
            <a:gdLst/>
            <a:ahLst/>
            <a:cxnLst/>
            <a:rect l="l" t="t" r="r" b="b"/>
            <a:pathLst>
              <a:path w="1028700" h="190500">
                <a:moveTo>
                  <a:pt x="95250" y="0"/>
                </a:moveTo>
                <a:lnTo>
                  <a:pt x="933450" y="0"/>
                </a:lnTo>
                <a:cubicBezTo>
                  <a:pt x="986020" y="0"/>
                  <a:pt x="1028700" y="42680"/>
                  <a:pt x="1028700" y="95250"/>
                </a:cubicBezTo>
                <a:lnTo>
                  <a:pt x="1028700" y="95250"/>
                </a:lnTo>
                <a:cubicBezTo>
                  <a:pt x="1028700" y="147820"/>
                  <a:pt x="986020" y="190500"/>
                  <a:pt x="9334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98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287884" y="6172200"/>
            <a:ext cx="10858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9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searchable_select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2377678" y="6172200"/>
            <a:ext cx="981075" cy="190500"/>
          </a:xfrm>
          <a:custGeom>
            <a:avLst/>
            <a:gdLst/>
            <a:ahLst/>
            <a:cxnLst/>
            <a:rect l="l" t="t" r="r" b="b"/>
            <a:pathLst>
              <a:path w="981075" h="190500">
                <a:moveTo>
                  <a:pt x="95250" y="0"/>
                </a:moveTo>
                <a:lnTo>
                  <a:pt x="885825" y="0"/>
                </a:lnTo>
                <a:cubicBezTo>
                  <a:pt x="938395" y="0"/>
                  <a:pt x="981075" y="42680"/>
                  <a:pt x="981075" y="95250"/>
                </a:cubicBezTo>
                <a:lnTo>
                  <a:pt x="981075" y="95250"/>
                </a:lnTo>
                <a:cubicBezTo>
                  <a:pt x="981075" y="147820"/>
                  <a:pt x="938395" y="190500"/>
                  <a:pt x="88582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980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377678" y="6172200"/>
            <a:ext cx="103822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98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checkbox_group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172200" y="5467350"/>
            <a:ext cx="5638800" cy="1009650"/>
          </a:xfrm>
          <a:custGeom>
            <a:avLst/>
            <a:gdLst/>
            <a:ahLst/>
            <a:cxnLst/>
            <a:rect l="l" t="t" r="r" b="b"/>
            <a:pathLst>
              <a:path w="5638800" h="1009650">
                <a:moveTo>
                  <a:pt x="38100" y="0"/>
                </a:moveTo>
                <a:lnTo>
                  <a:pt x="5524498" y="0"/>
                </a:lnTo>
                <a:cubicBezTo>
                  <a:pt x="5587625" y="0"/>
                  <a:pt x="5638800" y="51175"/>
                  <a:pt x="5638800" y="114302"/>
                </a:cubicBezTo>
                <a:lnTo>
                  <a:pt x="5638800" y="895348"/>
                </a:lnTo>
                <a:cubicBezTo>
                  <a:pt x="5638800" y="958475"/>
                  <a:pt x="5587625" y="1009650"/>
                  <a:pt x="5524498" y="1009650"/>
                </a:cubicBezTo>
                <a:lnTo>
                  <a:pt x="38100" y="1009650"/>
                </a:lnTo>
                <a:cubicBezTo>
                  <a:pt x="17058" y="1009650"/>
                  <a:pt x="0" y="992592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172200" y="546735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3810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38100" y="1009650"/>
                </a:lnTo>
                <a:cubicBezTo>
                  <a:pt x="17072" y="1009650"/>
                  <a:pt x="0" y="992578"/>
                  <a:pt x="0" y="971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343650" y="56197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45899" y="87987"/>
                </a:moveTo>
                <a:cubicBezTo>
                  <a:pt x="48458" y="84981"/>
                  <a:pt x="48131" y="80486"/>
                  <a:pt x="45125" y="77926"/>
                </a:cubicBezTo>
                <a:cubicBezTo>
                  <a:pt x="42118" y="75367"/>
                  <a:pt x="37624" y="75694"/>
                  <a:pt x="35064" y="78700"/>
                </a:cubicBezTo>
                <a:lnTo>
                  <a:pt x="20776" y="95369"/>
                </a:lnTo>
                <a:cubicBezTo>
                  <a:pt x="18484" y="98048"/>
                  <a:pt x="18484" y="101977"/>
                  <a:pt x="20776" y="104656"/>
                </a:cubicBezTo>
                <a:lnTo>
                  <a:pt x="35064" y="121325"/>
                </a:lnTo>
                <a:cubicBezTo>
                  <a:pt x="37624" y="124331"/>
                  <a:pt x="42148" y="124658"/>
                  <a:pt x="45125" y="122099"/>
                </a:cubicBezTo>
                <a:cubicBezTo>
                  <a:pt x="48101" y="119539"/>
                  <a:pt x="48458" y="115014"/>
                  <a:pt x="45899" y="112038"/>
                </a:cubicBezTo>
                <a:lnTo>
                  <a:pt x="35600" y="100013"/>
                </a:lnTo>
                <a:lnTo>
                  <a:pt x="45899" y="87987"/>
                </a:lnTo>
                <a:close/>
                <a:moveTo>
                  <a:pt x="79236" y="78700"/>
                </a:moveTo>
                <a:cubicBezTo>
                  <a:pt x="76676" y="75694"/>
                  <a:pt x="72152" y="75367"/>
                  <a:pt x="69175" y="77926"/>
                </a:cubicBezTo>
                <a:cubicBezTo>
                  <a:pt x="66199" y="80486"/>
                  <a:pt x="65842" y="85011"/>
                  <a:pt x="68401" y="87987"/>
                </a:cubicBezTo>
                <a:lnTo>
                  <a:pt x="78700" y="100013"/>
                </a:lnTo>
                <a:lnTo>
                  <a:pt x="68401" y="112038"/>
                </a:lnTo>
                <a:cubicBezTo>
                  <a:pt x="65842" y="115044"/>
                  <a:pt x="66169" y="119539"/>
                  <a:pt x="69175" y="122099"/>
                </a:cubicBezTo>
                <a:cubicBezTo>
                  <a:pt x="72182" y="124658"/>
                  <a:pt x="76676" y="124331"/>
                  <a:pt x="79236" y="121325"/>
                </a:cubicBezTo>
                <a:lnTo>
                  <a:pt x="93524" y="104656"/>
                </a:lnTo>
                <a:cubicBezTo>
                  <a:pt x="95816" y="101977"/>
                  <a:pt x="95816" y="98048"/>
                  <a:pt x="93524" y="95369"/>
                </a:cubicBezTo>
                <a:lnTo>
                  <a:pt x="79236" y="78700"/>
                </a:lnTo>
                <a:close/>
              </a:path>
            </a:pathLst>
          </a:cu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496050" y="558165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questionaire_schema.json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305550" y="5886450"/>
            <a:ext cx="5467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Auto-generated schema without coordinates. This is what the LLM sees.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05550" y="6172200"/>
            <a:ext cx="676275" cy="190500"/>
          </a:xfrm>
          <a:custGeom>
            <a:avLst/>
            <a:gdLst/>
            <a:ahLst/>
            <a:cxnLst/>
            <a:rect l="l" t="t" r="r" b="b"/>
            <a:pathLst>
              <a:path w="676275" h="190500">
                <a:moveTo>
                  <a:pt x="95250" y="0"/>
                </a:moveTo>
                <a:lnTo>
                  <a:pt x="581025" y="0"/>
                </a:lnTo>
                <a:cubicBezTo>
                  <a:pt x="633595" y="0"/>
                  <a:pt x="676275" y="42680"/>
                  <a:pt x="676275" y="95250"/>
                </a:cubicBezTo>
                <a:lnTo>
                  <a:pt x="676275" y="95250"/>
                </a:lnTo>
                <a:cubicBezTo>
                  <a:pt x="676275" y="147820"/>
                  <a:pt x="633595" y="190500"/>
                  <a:pt x="58102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CAF5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305550" y="6172200"/>
            <a:ext cx="73342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AF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Fields only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7039198" y="6172200"/>
            <a:ext cx="904875" cy="190500"/>
          </a:xfrm>
          <a:custGeom>
            <a:avLst/>
            <a:gdLst/>
            <a:ahLst/>
            <a:cxnLst/>
            <a:rect l="l" t="t" r="r" b="b"/>
            <a:pathLst>
              <a:path w="904875" h="190500">
                <a:moveTo>
                  <a:pt x="95250" y="0"/>
                </a:moveTo>
                <a:lnTo>
                  <a:pt x="809625" y="0"/>
                </a:lnTo>
                <a:cubicBezTo>
                  <a:pt x="862195" y="0"/>
                  <a:pt x="904875" y="42680"/>
                  <a:pt x="904875" y="95250"/>
                </a:cubicBezTo>
                <a:lnTo>
                  <a:pt x="904875" y="95250"/>
                </a:lnTo>
                <a:cubicBezTo>
                  <a:pt x="904875" y="147820"/>
                  <a:pt x="862195" y="190500"/>
                  <a:pt x="80962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CAF50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039198" y="6172200"/>
            <a:ext cx="96202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CAF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coordinates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66725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42900"/>
                </a:lnTo>
                <a:cubicBezTo>
                  <a:pt x="76200" y="363928"/>
                  <a:pt x="59128" y="381000"/>
                  <a:pt x="381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7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590550"/>
            <a:ext cx="2990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066800"/>
            <a:ext cx="3733800" cy="1390650"/>
          </a:xfrm>
          <a:custGeom>
            <a:avLst/>
            <a:gdLst/>
            <a:ahLst/>
            <a:cxnLst/>
            <a:rect l="l" t="t" r="r" b="b"/>
            <a:pathLst>
              <a:path w="3733800" h="139065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1276352"/>
                </a:lnTo>
                <a:cubicBezTo>
                  <a:pt x="3733800" y="1339477"/>
                  <a:pt x="3682627" y="1390650"/>
                  <a:pt x="3619502" y="1390650"/>
                </a:cubicBezTo>
                <a:lnTo>
                  <a:pt x="114298" y="1390650"/>
                </a:lnTo>
                <a:cubicBezTo>
                  <a:pt x="51173" y="1390650"/>
                  <a:pt x="0" y="1339477"/>
                  <a:pt x="0" y="127635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1000" y="106680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5300" y="1200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2456" y="13049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17872"/>
                </a:lnTo>
                <a:cubicBezTo>
                  <a:pt x="0" y="129693"/>
                  <a:pt x="9611" y="139303"/>
                  <a:pt x="21431" y="139303"/>
                </a:cubicBezTo>
                <a:lnTo>
                  <a:pt x="69652" y="139303"/>
                </a:lnTo>
                <a:lnTo>
                  <a:pt x="64294" y="155377"/>
                </a:lnTo>
                <a:lnTo>
                  <a:pt x="40184" y="155377"/>
                </a:lnTo>
                <a:cubicBezTo>
                  <a:pt x="35730" y="155377"/>
                  <a:pt x="32147" y="158960"/>
                  <a:pt x="32147" y="163413"/>
                </a:cubicBezTo>
                <a:cubicBezTo>
                  <a:pt x="32147" y="167867"/>
                  <a:pt x="35730" y="171450"/>
                  <a:pt x="40184" y="171450"/>
                </a:cubicBezTo>
                <a:lnTo>
                  <a:pt x="131266" y="171450"/>
                </a:lnTo>
                <a:cubicBezTo>
                  <a:pt x="135720" y="171450"/>
                  <a:pt x="139303" y="167867"/>
                  <a:pt x="139303" y="163413"/>
                </a:cubicBezTo>
                <a:cubicBezTo>
                  <a:pt x="139303" y="158960"/>
                  <a:pt x="135720" y="155377"/>
                  <a:pt x="131266" y="155377"/>
                </a:cubicBezTo>
                <a:lnTo>
                  <a:pt x="107156" y="155377"/>
                </a:lnTo>
                <a:lnTo>
                  <a:pt x="101798" y="139303"/>
                </a:lnTo>
                <a:lnTo>
                  <a:pt x="150019" y="139303"/>
                </a:lnTo>
                <a:cubicBezTo>
                  <a:pt x="161839" y="139303"/>
                  <a:pt x="171450" y="129693"/>
                  <a:pt x="171450" y="117872"/>
                </a:cubicBezTo>
                <a:lnTo>
                  <a:pt x="171450" y="32147"/>
                </a:lnTo>
                <a:cubicBezTo>
                  <a:pt x="171450" y="20326"/>
                  <a:pt x="161839" y="10716"/>
                  <a:pt x="150019" y="10716"/>
                </a:cubicBezTo>
                <a:lnTo>
                  <a:pt x="21431" y="10716"/>
                </a:lnTo>
                <a:close/>
                <a:moveTo>
                  <a:pt x="32147" y="32147"/>
                </a:move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lnTo>
                  <a:pt x="150019" y="96441"/>
                </a:lnTo>
                <a:cubicBezTo>
                  <a:pt x="150019" y="102368"/>
                  <a:pt x="145230" y="107156"/>
                  <a:pt x="139303" y="107156"/>
                </a:cubicBezTo>
                <a:lnTo>
                  <a:pt x="32147" y="107156"/>
                </a:lnTo>
                <a:cubicBezTo>
                  <a:pt x="26220" y="107156"/>
                  <a:pt x="21431" y="102368"/>
                  <a:pt x="21431" y="96441"/>
                </a:cubicBezTo>
                <a:lnTo>
                  <a:pt x="21431" y="42863"/>
                </a:lnTo>
                <a:cubicBezTo>
                  <a:pt x="21431" y="36935"/>
                  <a:pt x="26220" y="32147"/>
                  <a:pt x="32147" y="32147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52500" y="125730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5300" y="1657350"/>
            <a:ext cx="3581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Vanilla JS with 5 input modes, Markdown rendering, TTS playback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5300" y="2152650"/>
            <a:ext cx="600075" cy="190500"/>
          </a:xfrm>
          <a:custGeom>
            <a:avLst/>
            <a:gdLst/>
            <a:ahLst/>
            <a:cxnLst/>
            <a:rect l="l" t="t" r="r" b="b"/>
            <a:pathLst>
              <a:path w="600075" h="190500">
                <a:moveTo>
                  <a:pt x="95250" y="0"/>
                </a:moveTo>
                <a:lnTo>
                  <a:pt x="504825" y="0"/>
                </a:lnTo>
                <a:cubicBezTo>
                  <a:pt x="557395" y="0"/>
                  <a:pt x="600075" y="42680"/>
                  <a:pt x="600075" y="95250"/>
                </a:cubicBezTo>
                <a:lnTo>
                  <a:pt x="600075" y="95250"/>
                </a:lnTo>
                <a:cubicBezTo>
                  <a:pt x="600075" y="147820"/>
                  <a:pt x="557395" y="190500"/>
                  <a:pt x="50482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5300" y="2152650"/>
            <a:ext cx="65722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Vanilla JS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37865" y="2152650"/>
            <a:ext cx="352425" cy="190500"/>
          </a:xfrm>
          <a:custGeom>
            <a:avLst/>
            <a:gdLst/>
            <a:ahLst/>
            <a:cxnLst/>
            <a:rect l="l" t="t" r="r" b="b"/>
            <a:pathLst>
              <a:path w="352425" h="190500">
                <a:moveTo>
                  <a:pt x="95250" y="0"/>
                </a:moveTo>
                <a:lnTo>
                  <a:pt x="257175" y="0"/>
                </a:lnTo>
                <a:cubicBezTo>
                  <a:pt x="309745" y="0"/>
                  <a:pt x="352425" y="42680"/>
                  <a:pt x="352425" y="95250"/>
                </a:cubicBezTo>
                <a:lnTo>
                  <a:pt x="352425" y="95250"/>
                </a:lnTo>
                <a:cubicBezTo>
                  <a:pt x="352425" y="147820"/>
                  <a:pt x="309745" y="190500"/>
                  <a:pt x="25717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37865" y="2152650"/>
            <a:ext cx="40957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29100" y="1066800"/>
            <a:ext cx="3733800" cy="1390650"/>
          </a:xfrm>
          <a:custGeom>
            <a:avLst/>
            <a:gdLst/>
            <a:ahLst/>
            <a:cxnLst/>
            <a:rect l="l" t="t" r="r" b="b"/>
            <a:pathLst>
              <a:path w="3733800" h="139065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1276352"/>
                </a:lnTo>
                <a:cubicBezTo>
                  <a:pt x="3733800" y="1339477"/>
                  <a:pt x="3682627" y="1390650"/>
                  <a:pt x="3619502" y="1390650"/>
                </a:cubicBezTo>
                <a:lnTo>
                  <a:pt x="114298" y="1390650"/>
                </a:lnTo>
                <a:cubicBezTo>
                  <a:pt x="51173" y="1390650"/>
                  <a:pt x="0" y="1339477"/>
                  <a:pt x="0" y="127635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29100" y="106680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43400" y="1200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7C8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61272" y="13049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1257300"/>
            <a:ext cx="74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43400" y="1657350"/>
            <a:ext cx="3581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 (Python) with parser router directing to specialized AI models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343400" y="2152650"/>
            <a:ext cx="400050" cy="190500"/>
          </a:xfrm>
          <a:custGeom>
            <a:avLst/>
            <a:gdLst/>
            <a:ahLst/>
            <a:cxnLst/>
            <a:rect l="l" t="t" r="r" b="b"/>
            <a:pathLst>
              <a:path w="400050" h="190500">
                <a:moveTo>
                  <a:pt x="95250" y="0"/>
                </a:moveTo>
                <a:lnTo>
                  <a:pt x="304800" y="0"/>
                </a:lnTo>
                <a:cubicBezTo>
                  <a:pt x="357370" y="0"/>
                  <a:pt x="400050" y="42680"/>
                  <a:pt x="400050" y="95250"/>
                </a:cubicBezTo>
                <a:lnTo>
                  <a:pt x="400050" y="95250"/>
                </a:lnTo>
                <a:cubicBezTo>
                  <a:pt x="400050" y="147820"/>
                  <a:pt x="357370" y="190500"/>
                  <a:pt x="30480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A7C8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43400" y="2152650"/>
            <a:ext cx="4572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7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77532" y="2152650"/>
            <a:ext cx="495300" cy="190500"/>
          </a:xfrm>
          <a:custGeom>
            <a:avLst/>
            <a:gdLst/>
            <a:ahLst/>
            <a:cxnLst/>
            <a:rect l="l" t="t" r="r" b="b"/>
            <a:pathLst>
              <a:path w="495300" h="190500">
                <a:moveTo>
                  <a:pt x="95250" y="0"/>
                </a:moveTo>
                <a:lnTo>
                  <a:pt x="400050" y="0"/>
                </a:lnTo>
                <a:cubicBezTo>
                  <a:pt x="452620" y="0"/>
                  <a:pt x="495300" y="42680"/>
                  <a:pt x="495300" y="95250"/>
                </a:cubicBezTo>
                <a:lnTo>
                  <a:pt x="495300" y="95250"/>
                </a:lnTo>
                <a:cubicBezTo>
                  <a:pt x="495300" y="147820"/>
                  <a:pt x="452620" y="190500"/>
                  <a:pt x="4000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A7C8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77532" y="2152650"/>
            <a:ext cx="5524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7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77200" y="1066800"/>
            <a:ext cx="3733800" cy="1390650"/>
          </a:xfrm>
          <a:custGeom>
            <a:avLst/>
            <a:gdLst/>
            <a:ahLst/>
            <a:cxnLst/>
            <a:rect l="l" t="t" r="r" b="b"/>
            <a:pathLst>
              <a:path w="3733800" h="139065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1276352"/>
                </a:lnTo>
                <a:cubicBezTo>
                  <a:pt x="3733800" y="1339477"/>
                  <a:pt x="3682627" y="1390650"/>
                  <a:pt x="3619502" y="1390650"/>
                </a:cubicBezTo>
                <a:lnTo>
                  <a:pt x="114298" y="1390650"/>
                </a:lnTo>
                <a:cubicBezTo>
                  <a:pt x="51173" y="1390650"/>
                  <a:pt x="0" y="1339477"/>
                  <a:pt x="0" y="127635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77200" y="106680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191500" y="1200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87941" y="13049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112514"/>
                </a:moveTo>
                <a:cubicBezTo>
                  <a:pt x="0" y="139136"/>
                  <a:pt x="21599" y="160734"/>
                  <a:pt x="48220" y="160734"/>
                </a:cubicBezTo>
                <a:lnTo>
                  <a:pt x="150019" y="160734"/>
                </a:lnTo>
                <a:cubicBezTo>
                  <a:pt x="173694" y="160734"/>
                  <a:pt x="192881" y="141547"/>
                  <a:pt x="192881" y="117872"/>
                </a:cubicBezTo>
                <a:cubicBezTo>
                  <a:pt x="192881" y="100593"/>
                  <a:pt x="182668" y="85692"/>
                  <a:pt x="167934" y="78927"/>
                </a:cubicBezTo>
                <a:cubicBezTo>
                  <a:pt x="170178" y="74541"/>
                  <a:pt x="171450" y="69551"/>
                  <a:pt x="171450" y="64294"/>
                </a:cubicBezTo>
                <a:cubicBezTo>
                  <a:pt x="171450" y="46546"/>
                  <a:pt x="157051" y="32147"/>
                  <a:pt x="139303" y="32147"/>
                </a:cubicBezTo>
                <a:cubicBezTo>
                  <a:pt x="133376" y="32147"/>
                  <a:pt x="127851" y="33754"/>
                  <a:pt x="123096" y="36534"/>
                </a:cubicBezTo>
                <a:cubicBezTo>
                  <a:pt x="115026" y="21197"/>
                  <a:pt x="98919" y="10716"/>
                  <a:pt x="80367" y="10716"/>
                </a:cubicBezTo>
                <a:cubicBezTo>
                  <a:pt x="53746" y="10716"/>
                  <a:pt x="32147" y="32314"/>
                  <a:pt x="32147" y="58936"/>
                </a:cubicBezTo>
                <a:cubicBezTo>
                  <a:pt x="32147" y="61615"/>
                  <a:pt x="32381" y="64260"/>
                  <a:pt x="32783" y="66805"/>
                </a:cubicBezTo>
                <a:cubicBezTo>
                  <a:pt x="13729" y="73235"/>
                  <a:pt x="0" y="91284"/>
                  <a:pt x="0" y="112514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48700" y="1257300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 Services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91500" y="1657350"/>
            <a:ext cx="3581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OpenRouter, Deepgram, Cloudflare R2 for AI and storage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91500" y="2152650"/>
            <a:ext cx="752475" cy="190500"/>
          </a:xfrm>
          <a:custGeom>
            <a:avLst/>
            <a:gdLst/>
            <a:ahLst/>
            <a:cxnLst/>
            <a:rect l="l" t="t" r="r" b="b"/>
            <a:pathLst>
              <a:path w="752475" h="190500">
                <a:moveTo>
                  <a:pt x="95250" y="0"/>
                </a:moveTo>
                <a:lnTo>
                  <a:pt x="657225" y="0"/>
                </a:lnTo>
                <a:cubicBezTo>
                  <a:pt x="709795" y="0"/>
                  <a:pt x="752475" y="42680"/>
                  <a:pt x="752475" y="95250"/>
                </a:cubicBezTo>
                <a:lnTo>
                  <a:pt x="752475" y="95250"/>
                </a:lnTo>
                <a:cubicBezTo>
                  <a:pt x="752475" y="147820"/>
                  <a:pt x="709795" y="190500"/>
                  <a:pt x="65722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91500" y="2152650"/>
            <a:ext cx="80962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OpenRouter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985572" y="2152650"/>
            <a:ext cx="666750" cy="190500"/>
          </a:xfrm>
          <a:custGeom>
            <a:avLst/>
            <a:gdLst/>
            <a:ahLst/>
            <a:cxnLst/>
            <a:rect l="l" t="t" r="r" b="b"/>
            <a:pathLst>
              <a:path w="666750" h="190500">
                <a:moveTo>
                  <a:pt x="95250" y="0"/>
                </a:moveTo>
                <a:lnTo>
                  <a:pt x="571500" y="0"/>
                </a:lnTo>
                <a:cubicBezTo>
                  <a:pt x="624070" y="0"/>
                  <a:pt x="666750" y="42680"/>
                  <a:pt x="666750" y="95250"/>
                </a:cubicBezTo>
                <a:lnTo>
                  <a:pt x="666750" y="95250"/>
                </a:lnTo>
                <a:cubicBezTo>
                  <a:pt x="666750" y="147820"/>
                  <a:pt x="624070" y="190500"/>
                  <a:pt x="57150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985572" y="2152650"/>
            <a:ext cx="7239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Deepgram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1000" y="2571750"/>
            <a:ext cx="11430000" cy="3314700"/>
          </a:xfrm>
          <a:custGeom>
            <a:avLst/>
            <a:gdLst/>
            <a:ahLst/>
            <a:cxnLst/>
            <a:rect l="l" t="t" r="r" b="b"/>
            <a:pathLst>
              <a:path w="11430000" h="3314700">
                <a:moveTo>
                  <a:pt x="114291" y="0"/>
                </a:moveTo>
                <a:lnTo>
                  <a:pt x="11315709" y="0"/>
                </a:lnTo>
                <a:cubicBezTo>
                  <a:pt x="11378788" y="0"/>
                  <a:pt x="11430000" y="51212"/>
                  <a:pt x="11430000" y="114291"/>
                </a:cubicBezTo>
                <a:lnTo>
                  <a:pt x="11430000" y="3200409"/>
                </a:lnTo>
                <a:cubicBezTo>
                  <a:pt x="11430000" y="3263530"/>
                  <a:pt x="11378830" y="3314700"/>
                  <a:pt x="11315709" y="3314700"/>
                </a:cubicBezTo>
                <a:lnTo>
                  <a:pt x="114291" y="3314700"/>
                </a:lnTo>
                <a:cubicBezTo>
                  <a:pt x="51170" y="3314700"/>
                  <a:pt x="0" y="3263530"/>
                  <a:pt x="0" y="3200409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57213" y="2771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52475" y="2724150"/>
            <a:ext cx="1099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Parser Router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52450" y="3105150"/>
            <a:ext cx="2114550" cy="704850"/>
          </a:xfrm>
          <a:custGeom>
            <a:avLst/>
            <a:gdLst/>
            <a:ahLst/>
            <a:cxnLst/>
            <a:rect l="l" t="t" r="r" b="b"/>
            <a:pathLst>
              <a:path w="2114550" h="704850">
                <a:moveTo>
                  <a:pt x="38100" y="0"/>
                </a:moveTo>
                <a:lnTo>
                  <a:pt x="2000252" y="0"/>
                </a:lnTo>
                <a:cubicBezTo>
                  <a:pt x="2063377" y="0"/>
                  <a:pt x="2114550" y="51173"/>
                  <a:pt x="2114550" y="114298"/>
                </a:cubicBezTo>
                <a:lnTo>
                  <a:pt x="2114550" y="590552"/>
                </a:lnTo>
                <a:cubicBezTo>
                  <a:pt x="2114550" y="653677"/>
                  <a:pt x="2063377" y="704850"/>
                  <a:pt x="2000252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52450" y="3105150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14375" y="32575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85725" y="19050"/>
                </a:moveTo>
                <a:cubicBezTo>
                  <a:pt x="85725" y="24319"/>
                  <a:pt x="81469" y="28575"/>
                  <a:pt x="76200" y="28575"/>
                </a:cubicBezTo>
                <a:lnTo>
                  <a:pt x="9525" y="28575"/>
                </a:lnTo>
                <a:cubicBezTo>
                  <a:pt x="4256" y="28575"/>
                  <a:pt x="0" y="24319"/>
                  <a:pt x="0" y="19050"/>
                </a:cubicBezTo>
                <a:cubicBezTo>
                  <a:pt x="0" y="13781"/>
                  <a:pt x="4256" y="9525"/>
                  <a:pt x="9525" y="9525"/>
                </a:cubicBezTo>
                <a:lnTo>
                  <a:pt x="76200" y="9525"/>
                </a:lnTo>
                <a:cubicBezTo>
                  <a:pt x="81469" y="9525"/>
                  <a:pt x="85725" y="13781"/>
                  <a:pt x="85725" y="19050"/>
                </a:cubicBezTo>
                <a:close/>
                <a:moveTo>
                  <a:pt x="85725" y="95250"/>
                </a:moveTo>
                <a:cubicBezTo>
                  <a:pt x="85725" y="100519"/>
                  <a:pt x="81469" y="104775"/>
                  <a:pt x="76200" y="104775"/>
                </a:cubicBezTo>
                <a:lnTo>
                  <a:pt x="9525" y="104775"/>
                </a:lnTo>
                <a:cubicBezTo>
                  <a:pt x="4256" y="104775"/>
                  <a:pt x="0" y="100519"/>
                  <a:pt x="0" y="95250"/>
                </a:cubicBezTo>
                <a:cubicBezTo>
                  <a:pt x="0" y="89981"/>
                  <a:pt x="4256" y="85725"/>
                  <a:pt x="9525" y="85725"/>
                </a:cubicBezTo>
                <a:lnTo>
                  <a:pt x="76200" y="85725"/>
                </a:lnTo>
                <a:cubicBezTo>
                  <a:pt x="81469" y="85725"/>
                  <a:pt x="85725" y="89981"/>
                  <a:pt x="85725" y="95250"/>
                </a:cubicBezTo>
                <a:close/>
                <a:moveTo>
                  <a:pt x="0" y="57150"/>
                </a:moveTo>
                <a:cubicBezTo>
                  <a:pt x="0" y="51881"/>
                  <a:pt x="4256" y="47625"/>
                  <a:pt x="9525" y="47625"/>
                </a:cubicBezTo>
                <a:lnTo>
                  <a:pt x="123825" y="47625"/>
                </a:lnTo>
                <a:cubicBezTo>
                  <a:pt x="129094" y="47625"/>
                  <a:pt x="133350" y="51881"/>
                  <a:pt x="133350" y="57150"/>
                </a:cubicBezTo>
                <a:cubicBezTo>
                  <a:pt x="133350" y="62419"/>
                  <a:pt x="129094" y="66675"/>
                  <a:pt x="123825" y="66675"/>
                </a:cubicBezTo>
                <a:lnTo>
                  <a:pt x="9525" y="66675"/>
                </a:lnTo>
                <a:cubicBezTo>
                  <a:pt x="4256" y="66675"/>
                  <a:pt x="0" y="62419"/>
                  <a:pt x="0" y="57150"/>
                </a:cubicBezTo>
                <a:close/>
                <a:moveTo>
                  <a:pt x="133350" y="133350"/>
                </a:moveTo>
                <a:cubicBezTo>
                  <a:pt x="133350" y="138619"/>
                  <a:pt x="129094" y="142875"/>
                  <a:pt x="123825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cubicBezTo>
                  <a:pt x="0" y="128081"/>
                  <a:pt x="4256" y="123825"/>
                  <a:pt x="9525" y="123825"/>
                </a:cubicBezTo>
                <a:lnTo>
                  <a:pt x="123825" y="123825"/>
                </a:lnTo>
                <a:cubicBezTo>
                  <a:pt x="129094" y="123825"/>
                  <a:pt x="133350" y="128081"/>
                  <a:pt x="133350" y="133350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52500" y="3219450"/>
            <a:ext cx="361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5800" y="35052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DSPy + GPT-OSS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2800350" y="3105150"/>
            <a:ext cx="2114550" cy="704850"/>
          </a:xfrm>
          <a:custGeom>
            <a:avLst/>
            <a:gdLst/>
            <a:ahLst/>
            <a:cxnLst/>
            <a:rect l="l" t="t" r="r" b="b"/>
            <a:pathLst>
              <a:path w="2114550" h="704850">
                <a:moveTo>
                  <a:pt x="38100" y="0"/>
                </a:moveTo>
                <a:lnTo>
                  <a:pt x="2000252" y="0"/>
                </a:lnTo>
                <a:cubicBezTo>
                  <a:pt x="2063377" y="0"/>
                  <a:pt x="2114550" y="51173"/>
                  <a:pt x="2114550" y="114298"/>
                </a:cubicBezTo>
                <a:lnTo>
                  <a:pt x="2114550" y="590552"/>
                </a:lnTo>
                <a:cubicBezTo>
                  <a:pt x="2114550" y="653677"/>
                  <a:pt x="2063377" y="704850"/>
                  <a:pt x="2000252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800350" y="3105150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962275" y="32575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38100" y="33338"/>
                </a:moveTo>
                <a:cubicBezTo>
                  <a:pt x="45985" y="33338"/>
                  <a:pt x="52388" y="39740"/>
                  <a:pt x="52388" y="47625"/>
                </a:cubicBezTo>
                <a:cubicBezTo>
                  <a:pt x="52388" y="55510"/>
                  <a:pt x="45985" y="61912"/>
                  <a:pt x="38100" y="61912"/>
                </a:cubicBezTo>
                <a:cubicBezTo>
                  <a:pt x="30215" y="61912"/>
                  <a:pt x="23813" y="55510"/>
                  <a:pt x="23813" y="47625"/>
                </a:cubicBezTo>
                <a:cubicBezTo>
                  <a:pt x="23813" y="39740"/>
                  <a:pt x="30215" y="33338"/>
                  <a:pt x="38100" y="33338"/>
                </a:cubicBezTo>
                <a:close/>
                <a:moveTo>
                  <a:pt x="80962" y="66675"/>
                </a:moveTo>
                <a:cubicBezTo>
                  <a:pt x="83463" y="66675"/>
                  <a:pt x="85755" y="67985"/>
                  <a:pt x="87064" y="70098"/>
                </a:cubicBezTo>
                <a:lnTo>
                  <a:pt x="113258" y="112961"/>
                </a:lnTo>
                <a:cubicBezTo>
                  <a:pt x="114598" y="115163"/>
                  <a:pt x="114657" y="117931"/>
                  <a:pt x="113407" y="120194"/>
                </a:cubicBezTo>
                <a:cubicBezTo>
                  <a:pt x="112157" y="122456"/>
                  <a:pt x="109746" y="123825"/>
                  <a:pt x="107156" y="123825"/>
                </a:cubicBezTo>
                <a:lnTo>
                  <a:pt x="26194" y="123825"/>
                </a:lnTo>
                <a:cubicBezTo>
                  <a:pt x="23545" y="123825"/>
                  <a:pt x="21074" y="122337"/>
                  <a:pt x="19854" y="119985"/>
                </a:cubicBezTo>
                <a:cubicBezTo>
                  <a:pt x="18633" y="117634"/>
                  <a:pt x="18812" y="114776"/>
                  <a:pt x="20330" y="112603"/>
                </a:cubicBezTo>
                <a:lnTo>
                  <a:pt x="36999" y="88791"/>
                </a:lnTo>
                <a:cubicBezTo>
                  <a:pt x="38338" y="86886"/>
                  <a:pt x="40511" y="85755"/>
                  <a:pt x="42863" y="85755"/>
                </a:cubicBezTo>
                <a:cubicBezTo>
                  <a:pt x="45214" y="85755"/>
                  <a:pt x="47387" y="86886"/>
                  <a:pt x="48726" y="88791"/>
                </a:cubicBezTo>
                <a:lnTo>
                  <a:pt x="56584" y="100042"/>
                </a:lnTo>
                <a:lnTo>
                  <a:pt x="74861" y="70128"/>
                </a:lnTo>
                <a:cubicBezTo>
                  <a:pt x="76170" y="68014"/>
                  <a:pt x="78462" y="66705"/>
                  <a:pt x="80962" y="66705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00400" y="32194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933700" y="35052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DSPy + Gemini 2.5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048250" y="3105150"/>
            <a:ext cx="2114550" cy="704850"/>
          </a:xfrm>
          <a:custGeom>
            <a:avLst/>
            <a:gdLst/>
            <a:ahLst/>
            <a:cxnLst/>
            <a:rect l="l" t="t" r="r" b="b"/>
            <a:pathLst>
              <a:path w="2114550" h="704850">
                <a:moveTo>
                  <a:pt x="38100" y="0"/>
                </a:moveTo>
                <a:lnTo>
                  <a:pt x="2000252" y="0"/>
                </a:lnTo>
                <a:cubicBezTo>
                  <a:pt x="2063377" y="0"/>
                  <a:pt x="2114550" y="51173"/>
                  <a:pt x="2114550" y="114298"/>
                </a:cubicBezTo>
                <a:lnTo>
                  <a:pt x="2114550" y="590552"/>
                </a:lnTo>
                <a:cubicBezTo>
                  <a:pt x="2114550" y="653677"/>
                  <a:pt x="2063377" y="704850"/>
                  <a:pt x="2000252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048250" y="3105150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219700" y="32575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7150" y="0"/>
                </a:moveTo>
                <a:cubicBezTo>
                  <a:pt x="41374" y="0"/>
                  <a:pt x="28575" y="12799"/>
                  <a:pt x="28575" y="28575"/>
                </a:cubicBezTo>
                <a:lnTo>
                  <a:pt x="28575" y="66675"/>
                </a:lnTo>
                <a:cubicBezTo>
                  <a:pt x="28575" y="82451"/>
                  <a:pt x="41374" y="95250"/>
                  <a:pt x="57150" y="95250"/>
                </a:cubicBezTo>
                <a:cubicBezTo>
                  <a:pt x="72926" y="95250"/>
                  <a:pt x="85725" y="82451"/>
                  <a:pt x="85725" y="66675"/>
                </a:cubicBezTo>
                <a:lnTo>
                  <a:pt x="85725" y="28575"/>
                </a:lnTo>
                <a:cubicBezTo>
                  <a:pt x="85725" y="12799"/>
                  <a:pt x="72926" y="0"/>
                  <a:pt x="57150" y="0"/>
                </a:cubicBezTo>
                <a:close/>
                <a:moveTo>
                  <a:pt x="14288" y="54769"/>
                </a:moveTo>
                <a:cubicBezTo>
                  <a:pt x="14288" y="50810"/>
                  <a:pt x="11103" y="47625"/>
                  <a:pt x="7144" y="47625"/>
                </a:cubicBezTo>
                <a:cubicBezTo>
                  <a:pt x="3185" y="47625"/>
                  <a:pt x="0" y="50810"/>
                  <a:pt x="0" y="54769"/>
                </a:cubicBezTo>
                <a:lnTo>
                  <a:pt x="0" y="66675"/>
                </a:lnTo>
                <a:cubicBezTo>
                  <a:pt x="0" y="95816"/>
                  <a:pt x="21818" y="119866"/>
                  <a:pt x="50006" y="123379"/>
                </a:cubicBezTo>
                <a:lnTo>
                  <a:pt x="50006" y="138113"/>
                </a:lnTo>
                <a:lnTo>
                  <a:pt x="35719" y="138113"/>
                </a:lnTo>
                <a:cubicBezTo>
                  <a:pt x="31760" y="138113"/>
                  <a:pt x="28575" y="141297"/>
                  <a:pt x="28575" y="145256"/>
                </a:cubicBezTo>
                <a:cubicBezTo>
                  <a:pt x="28575" y="149215"/>
                  <a:pt x="31760" y="152400"/>
                  <a:pt x="35719" y="152400"/>
                </a:cubicBezTo>
                <a:lnTo>
                  <a:pt x="78581" y="152400"/>
                </a:lnTo>
                <a:cubicBezTo>
                  <a:pt x="82540" y="152400"/>
                  <a:pt x="85725" y="149215"/>
                  <a:pt x="85725" y="145256"/>
                </a:cubicBezTo>
                <a:cubicBezTo>
                  <a:pt x="85725" y="141297"/>
                  <a:pt x="82540" y="138113"/>
                  <a:pt x="78581" y="138113"/>
                </a:cubicBezTo>
                <a:lnTo>
                  <a:pt x="64294" y="138113"/>
                </a:lnTo>
                <a:lnTo>
                  <a:pt x="64294" y="123379"/>
                </a:lnTo>
                <a:cubicBezTo>
                  <a:pt x="92482" y="119866"/>
                  <a:pt x="114300" y="95816"/>
                  <a:pt x="114300" y="66675"/>
                </a:cubicBezTo>
                <a:lnTo>
                  <a:pt x="114300" y="54769"/>
                </a:lnTo>
                <a:cubicBezTo>
                  <a:pt x="114300" y="50810"/>
                  <a:pt x="111115" y="47625"/>
                  <a:pt x="107156" y="47625"/>
                </a:cubicBezTo>
                <a:cubicBezTo>
                  <a:pt x="103197" y="47625"/>
                  <a:pt x="100013" y="50810"/>
                  <a:pt x="100013" y="54769"/>
                </a:cubicBezTo>
                <a:lnTo>
                  <a:pt x="100013" y="66675"/>
                </a:lnTo>
                <a:cubicBezTo>
                  <a:pt x="100013" y="90339"/>
                  <a:pt x="80814" y="109537"/>
                  <a:pt x="57150" y="109537"/>
                </a:cubicBezTo>
                <a:cubicBezTo>
                  <a:pt x="33486" y="109537"/>
                  <a:pt x="14288" y="90339"/>
                  <a:pt x="14288" y="66675"/>
                </a:cubicBezTo>
                <a:lnTo>
                  <a:pt x="14288" y="54769"/>
                </a:ln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448300" y="3219450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181600" y="35052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Deepgram STT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296150" y="3105150"/>
            <a:ext cx="2114550" cy="704850"/>
          </a:xfrm>
          <a:custGeom>
            <a:avLst/>
            <a:gdLst/>
            <a:ahLst/>
            <a:cxnLst/>
            <a:rect l="l" t="t" r="r" b="b"/>
            <a:pathLst>
              <a:path w="2114550" h="704850">
                <a:moveTo>
                  <a:pt x="38100" y="0"/>
                </a:moveTo>
                <a:lnTo>
                  <a:pt x="2000252" y="0"/>
                </a:lnTo>
                <a:cubicBezTo>
                  <a:pt x="2063377" y="0"/>
                  <a:pt x="2114550" y="51173"/>
                  <a:pt x="2114550" y="114298"/>
                </a:cubicBezTo>
                <a:lnTo>
                  <a:pt x="2114550" y="590552"/>
                </a:lnTo>
                <a:cubicBezTo>
                  <a:pt x="2114550" y="653677"/>
                  <a:pt x="2063377" y="704850"/>
                  <a:pt x="2000252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296150" y="3105150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439025" y="32575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575" y="0"/>
                </a:moveTo>
                <a:cubicBezTo>
                  <a:pt x="18068" y="0"/>
                  <a:pt x="9525" y="8543"/>
                  <a:pt x="9525" y="19050"/>
                </a:cubicBezTo>
                <a:lnTo>
                  <a:pt x="9525" y="133350"/>
                </a:lnTo>
                <a:cubicBezTo>
                  <a:pt x="9525" y="143857"/>
                  <a:pt x="18068" y="152400"/>
                  <a:pt x="28575" y="152400"/>
                </a:cubicBezTo>
                <a:lnTo>
                  <a:pt x="52388" y="152400"/>
                </a:lnTo>
                <a:lnTo>
                  <a:pt x="52388" y="119062"/>
                </a:lnTo>
                <a:cubicBezTo>
                  <a:pt x="52388" y="108555"/>
                  <a:pt x="60930" y="100013"/>
                  <a:pt x="71438" y="100013"/>
                </a:cubicBezTo>
                <a:lnTo>
                  <a:pt x="123825" y="100013"/>
                </a:lnTo>
                <a:lnTo>
                  <a:pt x="123825" y="50750"/>
                </a:lnTo>
                <a:cubicBezTo>
                  <a:pt x="123825" y="45690"/>
                  <a:pt x="121831" y="40838"/>
                  <a:pt x="118259" y="37267"/>
                </a:cubicBezTo>
                <a:lnTo>
                  <a:pt x="86529" y="5566"/>
                </a:lnTo>
                <a:cubicBezTo>
                  <a:pt x="82957" y="1994"/>
                  <a:pt x="78135" y="0"/>
                  <a:pt x="73075" y="0"/>
                </a:cubicBezTo>
                <a:lnTo>
                  <a:pt x="28575" y="0"/>
                </a:lnTo>
                <a:close/>
                <a:moveTo>
                  <a:pt x="106412" y="52388"/>
                </a:moveTo>
                <a:lnTo>
                  <a:pt x="78581" y="52388"/>
                </a:lnTo>
                <a:cubicBezTo>
                  <a:pt x="74622" y="52388"/>
                  <a:pt x="71438" y="49203"/>
                  <a:pt x="71438" y="45244"/>
                </a:cubicBezTo>
                <a:lnTo>
                  <a:pt x="71438" y="17413"/>
                </a:lnTo>
                <a:lnTo>
                  <a:pt x="106412" y="52388"/>
                </a:lnTo>
                <a:close/>
                <a:moveTo>
                  <a:pt x="71438" y="113109"/>
                </a:moveTo>
                <a:cubicBezTo>
                  <a:pt x="68163" y="113109"/>
                  <a:pt x="65484" y="115788"/>
                  <a:pt x="65484" y="119062"/>
                </a:cubicBezTo>
                <a:lnTo>
                  <a:pt x="65484" y="157163"/>
                </a:lnTo>
                <a:cubicBezTo>
                  <a:pt x="65484" y="160437"/>
                  <a:pt x="68163" y="163116"/>
                  <a:pt x="71438" y="163116"/>
                </a:cubicBezTo>
                <a:cubicBezTo>
                  <a:pt x="74712" y="163116"/>
                  <a:pt x="77391" y="160437"/>
                  <a:pt x="77391" y="157163"/>
                </a:cubicBezTo>
                <a:lnTo>
                  <a:pt x="77391" y="148828"/>
                </a:lnTo>
                <a:lnTo>
                  <a:pt x="80962" y="148828"/>
                </a:lnTo>
                <a:cubicBezTo>
                  <a:pt x="90815" y="148828"/>
                  <a:pt x="98822" y="140821"/>
                  <a:pt x="98822" y="130969"/>
                </a:cubicBezTo>
                <a:cubicBezTo>
                  <a:pt x="98822" y="121116"/>
                  <a:pt x="90815" y="113109"/>
                  <a:pt x="80962" y="113109"/>
                </a:cubicBezTo>
                <a:lnTo>
                  <a:pt x="71438" y="113109"/>
                </a:lnTo>
                <a:close/>
                <a:moveTo>
                  <a:pt x="80962" y="136922"/>
                </a:moveTo>
                <a:lnTo>
                  <a:pt x="77391" y="136922"/>
                </a:lnTo>
                <a:lnTo>
                  <a:pt x="77391" y="125016"/>
                </a:lnTo>
                <a:lnTo>
                  <a:pt x="80962" y="125016"/>
                </a:lnTo>
                <a:cubicBezTo>
                  <a:pt x="84237" y="125016"/>
                  <a:pt x="86916" y="127695"/>
                  <a:pt x="86916" y="130969"/>
                </a:cubicBezTo>
                <a:cubicBezTo>
                  <a:pt x="86916" y="134243"/>
                  <a:pt x="84237" y="136922"/>
                  <a:pt x="80962" y="136922"/>
                </a:cubicBezTo>
                <a:close/>
                <a:moveTo>
                  <a:pt x="109537" y="113109"/>
                </a:moveTo>
                <a:cubicBezTo>
                  <a:pt x="106263" y="113109"/>
                  <a:pt x="103584" y="115788"/>
                  <a:pt x="103584" y="119062"/>
                </a:cubicBezTo>
                <a:lnTo>
                  <a:pt x="103584" y="157163"/>
                </a:lnTo>
                <a:cubicBezTo>
                  <a:pt x="103584" y="160437"/>
                  <a:pt x="106263" y="163116"/>
                  <a:pt x="109537" y="163116"/>
                </a:cubicBezTo>
                <a:lnTo>
                  <a:pt x="119062" y="163116"/>
                </a:lnTo>
                <a:cubicBezTo>
                  <a:pt x="127605" y="163116"/>
                  <a:pt x="134541" y="156180"/>
                  <a:pt x="134541" y="147638"/>
                </a:cubicBezTo>
                <a:lnTo>
                  <a:pt x="134541" y="128588"/>
                </a:lnTo>
                <a:cubicBezTo>
                  <a:pt x="134541" y="120045"/>
                  <a:pt x="127605" y="113109"/>
                  <a:pt x="119062" y="113109"/>
                </a:cubicBezTo>
                <a:lnTo>
                  <a:pt x="109537" y="113109"/>
                </a:lnTo>
                <a:close/>
                <a:moveTo>
                  <a:pt x="115491" y="151209"/>
                </a:moveTo>
                <a:lnTo>
                  <a:pt x="115491" y="125016"/>
                </a:lnTo>
                <a:lnTo>
                  <a:pt x="119062" y="125016"/>
                </a:lnTo>
                <a:cubicBezTo>
                  <a:pt x="121027" y="125016"/>
                  <a:pt x="122634" y="126623"/>
                  <a:pt x="122634" y="128588"/>
                </a:cubicBezTo>
                <a:lnTo>
                  <a:pt x="122634" y="147638"/>
                </a:lnTo>
                <a:cubicBezTo>
                  <a:pt x="122634" y="149602"/>
                  <a:pt x="121027" y="151209"/>
                  <a:pt x="119062" y="151209"/>
                </a:cubicBezTo>
                <a:lnTo>
                  <a:pt x="115491" y="151209"/>
                </a:lnTo>
                <a:close/>
                <a:moveTo>
                  <a:pt x="141684" y="119062"/>
                </a:moveTo>
                <a:lnTo>
                  <a:pt x="141684" y="157163"/>
                </a:lnTo>
                <a:cubicBezTo>
                  <a:pt x="141684" y="160437"/>
                  <a:pt x="144363" y="163116"/>
                  <a:pt x="147638" y="163116"/>
                </a:cubicBezTo>
                <a:cubicBezTo>
                  <a:pt x="150912" y="163116"/>
                  <a:pt x="153591" y="160437"/>
                  <a:pt x="153591" y="157163"/>
                </a:cubicBezTo>
                <a:lnTo>
                  <a:pt x="153591" y="144066"/>
                </a:lnTo>
                <a:lnTo>
                  <a:pt x="161925" y="144066"/>
                </a:lnTo>
                <a:cubicBezTo>
                  <a:pt x="165199" y="144066"/>
                  <a:pt x="167878" y="141387"/>
                  <a:pt x="167878" y="138113"/>
                </a:cubicBezTo>
                <a:cubicBezTo>
                  <a:pt x="167878" y="134838"/>
                  <a:pt x="165199" y="132159"/>
                  <a:pt x="161925" y="132159"/>
                </a:cubicBezTo>
                <a:lnTo>
                  <a:pt x="153591" y="132159"/>
                </a:lnTo>
                <a:lnTo>
                  <a:pt x="153591" y="125016"/>
                </a:lnTo>
                <a:lnTo>
                  <a:pt x="161925" y="125016"/>
                </a:lnTo>
                <a:cubicBezTo>
                  <a:pt x="165199" y="125016"/>
                  <a:pt x="167878" y="122337"/>
                  <a:pt x="167878" y="119062"/>
                </a:cubicBezTo>
                <a:cubicBezTo>
                  <a:pt x="167878" y="115788"/>
                  <a:pt x="165199" y="113109"/>
                  <a:pt x="161925" y="113109"/>
                </a:cubicBezTo>
                <a:lnTo>
                  <a:pt x="147638" y="113109"/>
                </a:lnTo>
                <a:cubicBezTo>
                  <a:pt x="144363" y="113109"/>
                  <a:pt x="141684" y="115788"/>
                  <a:pt x="141684" y="119062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696200" y="3219450"/>
            <a:ext cx="33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429500" y="35052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PyMuPDF → Image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544050" y="3105150"/>
            <a:ext cx="2114550" cy="704850"/>
          </a:xfrm>
          <a:custGeom>
            <a:avLst/>
            <a:gdLst/>
            <a:ahLst/>
            <a:cxnLst/>
            <a:rect l="l" t="t" r="r" b="b"/>
            <a:pathLst>
              <a:path w="2114550" h="704850">
                <a:moveTo>
                  <a:pt x="38100" y="0"/>
                </a:moveTo>
                <a:lnTo>
                  <a:pt x="2000252" y="0"/>
                </a:lnTo>
                <a:cubicBezTo>
                  <a:pt x="2063377" y="0"/>
                  <a:pt x="2114550" y="51173"/>
                  <a:pt x="2114550" y="114298"/>
                </a:cubicBezTo>
                <a:lnTo>
                  <a:pt x="2114550" y="590552"/>
                </a:lnTo>
                <a:cubicBezTo>
                  <a:pt x="2114550" y="653677"/>
                  <a:pt x="2063377" y="704850"/>
                  <a:pt x="2000252" y="704850"/>
                </a:cubicBez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544050" y="3105150"/>
            <a:ext cx="38100" cy="704850"/>
          </a:xfrm>
          <a:custGeom>
            <a:avLst/>
            <a:gdLst/>
            <a:ahLst/>
            <a:cxnLst/>
            <a:rect l="l" t="t" r="r" b="b"/>
            <a:pathLst>
              <a:path w="38100" h="704850">
                <a:moveTo>
                  <a:pt x="38100" y="0"/>
                </a:moveTo>
                <a:lnTo>
                  <a:pt x="38100" y="0"/>
                </a:lnTo>
                <a:lnTo>
                  <a:pt x="38100" y="704850"/>
                </a:lnTo>
                <a:lnTo>
                  <a:pt x="38100" y="704850"/>
                </a:lnTo>
                <a:cubicBezTo>
                  <a:pt x="17072" y="704850"/>
                  <a:pt x="0" y="687778"/>
                  <a:pt x="0" y="666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705975" y="32575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47625"/>
                </a:moveTo>
                <a:lnTo>
                  <a:pt x="76200" y="76200"/>
                </a:lnTo>
                <a:lnTo>
                  <a:pt x="114300" y="76200"/>
                </a:lnTo>
                <a:lnTo>
                  <a:pt x="114300" y="47625"/>
                </a:lnTo>
                <a:lnTo>
                  <a:pt x="76200" y="47625"/>
                </a:lnTo>
                <a:close/>
                <a:moveTo>
                  <a:pt x="57150" y="47625"/>
                </a:moveTo>
                <a:lnTo>
                  <a:pt x="1905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57150" y="47625"/>
                </a:lnTo>
                <a:close/>
                <a:moveTo>
                  <a:pt x="0" y="95250"/>
                </a:move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95250"/>
                </a:lnTo>
                <a:close/>
                <a:moveTo>
                  <a:pt x="114300" y="95250"/>
                </a:moveTo>
                <a:lnTo>
                  <a:pt x="76200" y="95250"/>
                </a:lnTo>
                <a:lnTo>
                  <a:pt x="76200" y="123825"/>
                </a:lnTo>
                <a:lnTo>
                  <a:pt x="114300" y="123825"/>
                </a:lnTo>
                <a:lnTo>
                  <a:pt x="114300" y="95250"/>
                </a:lnTo>
                <a:close/>
                <a:moveTo>
                  <a:pt x="57150" y="123825"/>
                </a:moveTo>
                <a:lnTo>
                  <a:pt x="57150" y="95250"/>
                </a:lnTo>
                <a:lnTo>
                  <a:pt x="19050" y="95250"/>
                </a:lnTo>
                <a:lnTo>
                  <a:pt x="19050" y="123825"/>
                </a:lnTo>
                <a:lnTo>
                  <a:pt x="57150" y="123825"/>
                </a:ln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944100" y="3219450"/>
            <a:ext cx="67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CSV/XLS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677400" y="35052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 → Text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38163" y="3929063"/>
            <a:ext cx="3619500" cy="695325"/>
          </a:xfrm>
          <a:custGeom>
            <a:avLst/>
            <a:gdLst/>
            <a:ahLst/>
            <a:cxnLst/>
            <a:rect l="l" t="t" r="r" b="b"/>
            <a:pathLst>
              <a:path w="3619500" h="695325">
                <a:moveTo>
                  <a:pt x="114298" y="0"/>
                </a:moveTo>
                <a:lnTo>
                  <a:pt x="3505202" y="0"/>
                </a:lnTo>
                <a:cubicBezTo>
                  <a:pt x="3568327" y="0"/>
                  <a:pt x="3619500" y="51173"/>
                  <a:pt x="3619500" y="114298"/>
                </a:cubicBezTo>
                <a:lnTo>
                  <a:pt x="3619500" y="581027"/>
                </a:lnTo>
                <a:cubicBezTo>
                  <a:pt x="3619500" y="644152"/>
                  <a:pt x="3568327" y="695325"/>
                  <a:pt x="3505202" y="695325"/>
                </a:cubicBezTo>
                <a:lnTo>
                  <a:pt x="114298" y="695325"/>
                </a:lnTo>
                <a:cubicBezTo>
                  <a:pt x="51173" y="695325"/>
                  <a:pt x="0" y="644152"/>
                  <a:pt x="0" y="581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A535C">
              <a:alpha val="5098"/>
            </a:srgbClr>
          </a:solidFill>
          <a:ln w="12700">
            <a:solidFill>
              <a:srgbClr val="1A535C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66750" y="40862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923925" y="4048125"/>
            <a:ext cx="561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/chat-*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57225" y="431482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SSE streaming (GPT-4o)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284613" y="3929063"/>
            <a:ext cx="3619500" cy="695325"/>
          </a:xfrm>
          <a:custGeom>
            <a:avLst/>
            <a:gdLst/>
            <a:ahLst/>
            <a:cxnLst/>
            <a:rect l="l" t="t" r="r" b="b"/>
            <a:pathLst>
              <a:path w="3619500" h="695325">
                <a:moveTo>
                  <a:pt x="114298" y="0"/>
                </a:moveTo>
                <a:lnTo>
                  <a:pt x="3505202" y="0"/>
                </a:lnTo>
                <a:cubicBezTo>
                  <a:pt x="3568327" y="0"/>
                  <a:pt x="3619500" y="51173"/>
                  <a:pt x="3619500" y="114298"/>
                </a:cubicBezTo>
                <a:lnTo>
                  <a:pt x="3619500" y="581027"/>
                </a:lnTo>
                <a:cubicBezTo>
                  <a:pt x="3619500" y="644152"/>
                  <a:pt x="3568327" y="695325"/>
                  <a:pt x="3505202" y="695325"/>
                </a:cubicBezTo>
                <a:lnTo>
                  <a:pt x="114298" y="695325"/>
                </a:lnTo>
                <a:cubicBezTo>
                  <a:pt x="51173" y="695325"/>
                  <a:pt x="0" y="644152"/>
                  <a:pt x="0" y="581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A7C82">
              <a:alpha val="5098"/>
            </a:srgbClr>
          </a:solidFill>
          <a:ln w="12700">
            <a:solidFill>
              <a:srgbClr val="4A7C82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403675" y="40862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58829" y="9674"/>
                </a:moveTo>
                <a:cubicBezTo>
                  <a:pt x="155764" y="7174"/>
                  <a:pt x="151269" y="7650"/>
                  <a:pt x="148769" y="10716"/>
                </a:cubicBezTo>
                <a:cubicBezTo>
                  <a:pt x="146268" y="13781"/>
                  <a:pt x="146745" y="18276"/>
                  <a:pt x="149810" y="20776"/>
                </a:cubicBezTo>
                <a:cubicBezTo>
                  <a:pt x="165943" y="33873"/>
                  <a:pt x="176212" y="53816"/>
                  <a:pt x="176212" y="76200"/>
                </a:cubicBezTo>
                <a:cubicBezTo>
                  <a:pt x="176212" y="98584"/>
                  <a:pt x="165943" y="118527"/>
                  <a:pt x="149810" y="131653"/>
                </a:cubicBezTo>
                <a:cubicBezTo>
                  <a:pt x="146745" y="134154"/>
                  <a:pt x="146298" y="138648"/>
                  <a:pt x="148769" y="141714"/>
                </a:cubicBezTo>
                <a:cubicBezTo>
                  <a:pt x="151239" y="144780"/>
                  <a:pt x="155764" y="145226"/>
                  <a:pt x="158829" y="142756"/>
                </a:cubicBezTo>
                <a:cubicBezTo>
                  <a:pt x="178147" y="127010"/>
                  <a:pt x="190500" y="103049"/>
                  <a:pt x="190500" y="76200"/>
                </a:cubicBezTo>
                <a:cubicBezTo>
                  <a:pt x="190500" y="49351"/>
                  <a:pt x="178147" y="25360"/>
                  <a:pt x="158829" y="9674"/>
                </a:cubicBezTo>
                <a:close/>
                <a:moveTo>
                  <a:pt x="140821" y="31849"/>
                </a:moveTo>
                <a:cubicBezTo>
                  <a:pt x="137755" y="29349"/>
                  <a:pt x="133261" y="29825"/>
                  <a:pt x="130760" y="32891"/>
                </a:cubicBezTo>
                <a:cubicBezTo>
                  <a:pt x="128260" y="35957"/>
                  <a:pt x="128736" y="40451"/>
                  <a:pt x="131802" y="42952"/>
                </a:cubicBezTo>
                <a:cubicBezTo>
                  <a:pt x="141476" y="50810"/>
                  <a:pt x="147638" y="62776"/>
                  <a:pt x="147638" y="76200"/>
                </a:cubicBezTo>
                <a:cubicBezTo>
                  <a:pt x="147638" y="89624"/>
                  <a:pt x="141476" y="101590"/>
                  <a:pt x="131802" y="109478"/>
                </a:cubicBezTo>
                <a:cubicBezTo>
                  <a:pt x="128736" y="111978"/>
                  <a:pt x="128290" y="116473"/>
                  <a:pt x="130760" y="119539"/>
                </a:cubicBezTo>
                <a:cubicBezTo>
                  <a:pt x="133231" y="122605"/>
                  <a:pt x="137755" y="123051"/>
                  <a:pt x="140821" y="120581"/>
                </a:cubicBezTo>
                <a:cubicBezTo>
                  <a:pt x="153680" y="110103"/>
                  <a:pt x="161925" y="94119"/>
                  <a:pt x="161925" y="76230"/>
                </a:cubicBezTo>
                <a:cubicBezTo>
                  <a:pt x="161925" y="58341"/>
                  <a:pt x="153680" y="42356"/>
                  <a:pt x="140821" y="31879"/>
                </a:cubicBezTo>
                <a:close/>
                <a:moveTo>
                  <a:pt x="122813" y="54025"/>
                </a:moveTo>
                <a:cubicBezTo>
                  <a:pt x="119747" y="51524"/>
                  <a:pt x="115253" y="52001"/>
                  <a:pt x="112752" y="55066"/>
                </a:cubicBezTo>
                <a:cubicBezTo>
                  <a:pt x="110252" y="58132"/>
                  <a:pt x="110728" y="62627"/>
                  <a:pt x="113794" y="65127"/>
                </a:cubicBezTo>
                <a:cubicBezTo>
                  <a:pt x="117009" y="67747"/>
                  <a:pt x="119062" y="71735"/>
                  <a:pt x="119062" y="76200"/>
                </a:cubicBezTo>
                <a:cubicBezTo>
                  <a:pt x="119062" y="80665"/>
                  <a:pt x="117009" y="84653"/>
                  <a:pt x="113794" y="87303"/>
                </a:cubicBezTo>
                <a:cubicBezTo>
                  <a:pt x="110728" y="89803"/>
                  <a:pt x="110282" y="94298"/>
                  <a:pt x="112752" y="97363"/>
                </a:cubicBezTo>
                <a:cubicBezTo>
                  <a:pt x="115223" y="100429"/>
                  <a:pt x="119747" y="100876"/>
                  <a:pt x="122813" y="98405"/>
                </a:cubicBezTo>
                <a:cubicBezTo>
                  <a:pt x="129213" y="93137"/>
                  <a:pt x="133350" y="85159"/>
                  <a:pt x="133350" y="76200"/>
                </a:cubicBezTo>
                <a:cubicBezTo>
                  <a:pt x="133350" y="67241"/>
                  <a:pt x="129213" y="59263"/>
                  <a:pt x="122813" y="54025"/>
                </a:cubicBezTo>
                <a:close/>
                <a:moveTo>
                  <a:pt x="23813" y="104775"/>
                </a:moveTo>
                <a:lnTo>
                  <a:pt x="38100" y="104775"/>
                </a:lnTo>
                <a:lnTo>
                  <a:pt x="78016" y="140256"/>
                </a:lnTo>
                <a:cubicBezTo>
                  <a:pt x="79921" y="141952"/>
                  <a:pt x="82361" y="142875"/>
                  <a:pt x="84892" y="142875"/>
                </a:cubicBezTo>
                <a:cubicBezTo>
                  <a:pt x="90607" y="142875"/>
                  <a:pt x="95250" y="138232"/>
                  <a:pt x="95250" y="132517"/>
                </a:cubicBezTo>
                <a:lnTo>
                  <a:pt x="95250" y="19883"/>
                </a:lnTo>
                <a:cubicBezTo>
                  <a:pt x="95250" y="14168"/>
                  <a:pt x="90607" y="9525"/>
                  <a:pt x="84892" y="9525"/>
                </a:cubicBezTo>
                <a:cubicBezTo>
                  <a:pt x="82361" y="9525"/>
                  <a:pt x="79921" y="10448"/>
                  <a:pt x="78016" y="12144"/>
                </a:cubicBezTo>
                <a:lnTo>
                  <a:pt x="38100" y="47625"/>
                </a:lnTo>
                <a:lnTo>
                  <a:pt x="23813" y="47625"/>
                </a:lnTo>
                <a:cubicBezTo>
                  <a:pt x="15925" y="47625"/>
                  <a:pt x="9525" y="54025"/>
                  <a:pt x="9525" y="61912"/>
                </a:cubicBezTo>
                <a:lnTo>
                  <a:pt x="9525" y="90488"/>
                </a:lnTo>
                <a:cubicBezTo>
                  <a:pt x="9525" y="98375"/>
                  <a:pt x="15925" y="104775"/>
                  <a:pt x="23813" y="104775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670375" y="4048125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/tts /stt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4403675" y="431482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Deepgram TTS/STT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031138" y="3929063"/>
            <a:ext cx="3619500" cy="695325"/>
          </a:xfrm>
          <a:custGeom>
            <a:avLst/>
            <a:gdLst/>
            <a:ahLst/>
            <a:cxnLst/>
            <a:rect l="l" t="t" r="r" b="b"/>
            <a:pathLst>
              <a:path w="3619500" h="695325">
                <a:moveTo>
                  <a:pt x="114298" y="0"/>
                </a:moveTo>
                <a:lnTo>
                  <a:pt x="3505202" y="0"/>
                </a:lnTo>
                <a:cubicBezTo>
                  <a:pt x="3568327" y="0"/>
                  <a:pt x="3619500" y="51173"/>
                  <a:pt x="3619500" y="114298"/>
                </a:cubicBezTo>
                <a:lnTo>
                  <a:pt x="3619500" y="581027"/>
                </a:lnTo>
                <a:cubicBezTo>
                  <a:pt x="3619500" y="644152"/>
                  <a:pt x="3568327" y="695325"/>
                  <a:pt x="3505202" y="695325"/>
                </a:cubicBezTo>
                <a:lnTo>
                  <a:pt x="114298" y="695325"/>
                </a:lnTo>
                <a:cubicBezTo>
                  <a:pt x="51173" y="695325"/>
                  <a:pt x="0" y="644152"/>
                  <a:pt x="0" y="5810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FF6B6B">
              <a:alpha val="5098"/>
            </a:srgbClr>
          </a:solidFill>
          <a:ln w="12700">
            <a:solidFill>
              <a:srgbClr val="FF6B6B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8150200" y="40862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8416900" y="404812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/fill-form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150200" y="431482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PyAutoGUI automation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385763" y="6005513"/>
            <a:ext cx="11420475" cy="466725"/>
          </a:xfrm>
          <a:custGeom>
            <a:avLst/>
            <a:gdLst/>
            <a:ahLst/>
            <a:cxnLst/>
            <a:rect l="l" t="t" r="r" b="b"/>
            <a:pathLst>
              <a:path w="11420475" h="466725">
                <a:moveTo>
                  <a:pt x="114301" y="0"/>
                </a:moveTo>
                <a:lnTo>
                  <a:pt x="11306174" y="0"/>
                </a:lnTo>
                <a:cubicBezTo>
                  <a:pt x="11369301" y="0"/>
                  <a:pt x="11420475" y="51174"/>
                  <a:pt x="11420475" y="114301"/>
                </a:cubicBezTo>
                <a:lnTo>
                  <a:pt x="11420475" y="352424"/>
                </a:lnTo>
                <a:cubicBezTo>
                  <a:pt x="11420475" y="415551"/>
                  <a:pt x="11369301" y="466725"/>
                  <a:pt x="11306174" y="466725"/>
                </a:cubicBezTo>
                <a:lnTo>
                  <a:pt x="114301" y="466725"/>
                </a:lnTo>
                <a:cubicBezTo>
                  <a:pt x="51174" y="466725"/>
                  <a:pt x="0" y="415551"/>
                  <a:pt x="0" y="35242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A535C">
                  <a:alpha val="5000"/>
                </a:srgbClr>
              </a:gs>
              <a:gs pos="100000">
                <a:srgbClr val="4A7C82">
                  <a:alpha val="5000"/>
                </a:srgbClr>
              </a:gs>
            </a:gsLst>
            <a:lin ang="0" scaled="1"/>
          </a:gradFill>
          <a:ln w="12700">
            <a:solidFill>
              <a:srgbClr val="1A535C">
                <a:alpha val="1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3427437" y="61626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675087" y="6124575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 Design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4940350" y="6124575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1A535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5197525" y="61626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5445175" y="6124575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Specialized Parsers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927279" y="6124575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1A535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7184454" y="61626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7432104" y="6124575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Streaming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A7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609600"/>
            <a:ext cx="2886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38250"/>
            <a:ext cx="3705225" cy="2505075"/>
          </a:xfrm>
          <a:custGeom>
            <a:avLst/>
            <a:gdLst/>
            <a:ahLst/>
            <a:cxnLst/>
            <a:rect l="l" t="t" r="r" b="b"/>
            <a:pathLst>
              <a:path w="3705225" h="2505075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352666"/>
                </a:lnTo>
                <a:cubicBezTo>
                  <a:pt x="3705225" y="2436839"/>
                  <a:pt x="3636989" y="2505075"/>
                  <a:pt x="3552816" y="2505075"/>
                </a:cubicBezTo>
                <a:lnTo>
                  <a:pt x="152409" y="2505075"/>
                </a:lnTo>
                <a:cubicBezTo>
                  <a:pt x="68236" y="2505075"/>
                  <a:pt x="0" y="2436839"/>
                  <a:pt x="0" y="235266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1000" y="12382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15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4850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1543050"/>
            <a:ext cx="504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2443163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1500" y="2133600"/>
            <a:ext cx="63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82888" y="21336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 (Python)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2947988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1500" y="2638425"/>
            <a:ext cx="66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55950" y="2638425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Vanilla JS, CSS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" y="3143250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47839" y="3143250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DSPy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41750" y="1238250"/>
            <a:ext cx="3705225" cy="2505075"/>
          </a:xfrm>
          <a:custGeom>
            <a:avLst/>
            <a:gdLst/>
            <a:ahLst/>
            <a:cxnLst/>
            <a:rect l="l" t="t" r="r" b="b"/>
            <a:pathLst>
              <a:path w="3705225" h="2505075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352666"/>
                </a:lnTo>
                <a:cubicBezTo>
                  <a:pt x="3705225" y="2436839"/>
                  <a:pt x="3636989" y="2505075"/>
                  <a:pt x="3552816" y="2505075"/>
                </a:cubicBezTo>
                <a:lnTo>
                  <a:pt x="152409" y="2505075"/>
                </a:lnTo>
                <a:cubicBezTo>
                  <a:pt x="68236" y="2505075"/>
                  <a:pt x="0" y="2436839"/>
                  <a:pt x="0" y="235266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41750" y="12382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3225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7C8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65600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03750" y="1543050"/>
            <a:ext cx="93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Models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32250" y="2443163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32250" y="2133600"/>
            <a:ext cx="38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01458" y="2133600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GPT-4o-mini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32250" y="2947988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32250" y="2638425"/>
            <a:ext cx="361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54118" y="2638425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GPT-OSS-120B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32250" y="314325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05017" y="314325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Gemini 2.5 Pro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02575" y="1238250"/>
            <a:ext cx="3705225" cy="2505075"/>
          </a:xfrm>
          <a:custGeom>
            <a:avLst/>
            <a:gdLst/>
            <a:ahLst/>
            <a:cxnLst/>
            <a:rect l="l" t="t" r="r" b="b"/>
            <a:pathLst>
              <a:path w="3705225" h="2505075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352666"/>
                </a:lnTo>
                <a:cubicBezTo>
                  <a:pt x="3705225" y="2436839"/>
                  <a:pt x="3636989" y="2505075"/>
                  <a:pt x="3552816" y="2505075"/>
                </a:cubicBezTo>
                <a:lnTo>
                  <a:pt x="152409" y="2505075"/>
                </a:lnTo>
                <a:cubicBezTo>
                  <a:pt x="68236" y="2505075"/>
                  <a:pt x="0" y="2436839"/>
                  <a:pt x="0" y="235266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102575" y="12382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293075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402613" y="15811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98537" y="12092"/>
                </a:moveTo>
                <a:cubicBezTo>
                  <a:pt x="194704" y="8967"/>
                  <a:pt x="189086" y="9562"/>
                  <a:pt x="185961" y="13395"/>
                </a:cubicBezTo>
                <a:cubicBezTo>
                  <a:pt x="182835" y="17227"/>
                  <a:pt x="183431" y="22845"/>
                  <a:pt x="187263" y="25971"/>
                </a:cubicBezTo>
                <a:cubicBezTo>
                  <a:pt x="207429" y="42342"/>
                  <a:pt x="220266" y="67270"/>
                  <a:pt x="220266" y="95250"/>
                </a:cubicBezTo>
                <a:cubicBezTo>
                  <a:pt x="220266" y="123230"/>
                  <a:pt x="207429" y="148158"/>
                  <a:pt x="187263" y="164567"/>
                </a:cubicBezTo>
                <a:cubicBezTo>
                  <a:pt x="183431" y="167692"/>
                  <a:pt x="182873" y="173310"/>
                  <a:pt x="185961" y="177143"/>
                </a:cubicBezTo>
                <a:cubicBezTo>
                  <a:pt x="189049" y="180975"/>
                  <a:pt x="194704" y="181533"/>
                  <a:pt x="198537" y="178445"/>
                </a:cubicBezTo>
                <a:cubicBezTo>
                  <a:pt x="222684" y="158762"/>
                  <a:pt x="238125" y="128811"/>
                  <a:pt x="238125" y="95250"/>
                </a:cubicBezTo>
                <a:cubicBezTo>
                  <a:pt x="238125" y="61689"/>
                  <a:pt x="222684" y="31700"/>
                  <a:pt x="198537" y="12092"/>
                </a:cubicBezTo>
                <a:close/>
                <a:moveTo>
                  <a:pt x="176026" y="39812"/>
                </a:moveTo>
                <a:cubicBezTo>
                  <a:pt x="172194" y="36686"/>
                  <a:pt x="166576" y="37281"/>
                  <a:pt x="163450" y="41114"/>
                </a:cubicBezTo>
                <a:cubicBezTo>
                  <a:pt x="160325" y="44946"/>
                  <a:pt x="160920" y="50564"/>
                  <a:pt x="164753" y="53690"/>
                </a:cubicBezTo>
                <a:cubicBezTo>
                  <a:pt x="176845" y="63512"/>
                  <a:pt x="184547" y="78470"/>
                  <a:pt x="184547" y="95250"/>
                </a:cubicBezTo>
                <a:cubicBezTo>
                  <a:pt x="184547" y="112030"/>
                  <a:pt x="176845" y="126988"/>
                  <a:pt x="164753" y="136847"/>
                </a:cubicBezTo>
                <a:cubicBezTo>
                  <a:pt x="160920" y="139973"/>
                  <a:pt x="160362" y="145591"/>
                  <a:pt x="163450" y="149423"/>
                </a:cubicBezTo>
                <a:cubicBezTo>
                  <a:pt x="166539" y="153256"/>
                  <a:pt x="172194" y="153814"/>
                  <a:pt x="176026" y="150726"/>
                </a:cubicBezTo>
                <a:cubicBezTo>
                  <a:pt x="192100" y="137629"/>
                  <a:pt x="202406" y="117649"/>
                  <a:pt x="202406" y="95287"/>
                </a:cubicBezTo>
                <a:cubicBezTo>
                  <a:pt x="202406" y="72926"/>
                  <a:pt x="192100" y="52946"/>
                  <a:pt x="176026" y="39849"/>
                </a:cubicBezTo>
                <a:close/>
                <a:moveTo>
                  <a:pt x="153516" y="67531"/>
                </a:moveTo>
                <a:cubicBezTo>
                  <a:pt x="149684" y="64405"/>
                  <a:pt x="144066" y="65001"/>
                  <a:pt x="140940" y="68833"/>
                </a:cubicBezTo>
                <a:cubicBezTo>
                  <a:pt x="137815" y="72665"/>
                  <a:pt x="138410" y="78284"/>
                  <a:pt x="142242" y="81409"/>
                </a:cubicBezTo>
                <a:cubicBezTo>
                  <a:pt x="146261" y="84683"/>
                  <a:pt x="148828" y="89669"/>
                  <a:pt x="148828" y="95250"/>
                </a:cubicBezTo>
                <a:cubicBezTo>
                  <a:pt x="148828" y="100831"/>
                  <a:pt x="146261" y="105817"/>
                  <a:pt x="142242" y="109128"/>
                </a:cubicBezTo>
                <a:cubicBezTo>
                  <a:pt x="138410" y="112254"/>
                  <a:pt x="137852" y="117872"/>
                  <a:pt x="140940" y="121704"/>
                </a:cubicBezTo>
                <a:cubicBezTo>
                  <a:pt x="144028" y="125537"/>
                  <a:pt x="149684" y="126095"/>
                  <a:pt x="153516" y="123006"/>
                </a:cubicBezTo>
                <a:cubicBezTo>
                  <a:pt x="161516" y="116421"/>
                  <a:pt x="166688" y="106449"/>
                  <a:pt x="166688" y="95250"/>
                </a:cubicBezTo>
                <a:cubicBezTo>
                  <a:pt x="166688" y="84051"/>
                  <a:pt x="161516" y="74079"/>
                  <a:pt x="153516" y="67531"/>
                </a:cubicBezTo>
                <a:close/>
                <a:moveTo>
                  <a:pt x="29766" y="130969"/>
                </a:moveTo>
                <a:lnTo>
                  <a:pt x="47625" y="130969"/>
                </a:lnTo>
                <a:lnTo>
                  <a:pt x="97520" y="175320"/>
                </a:lnTo>
                <a:cubicBezTo>
                  <a:pt x="99901" y="177440"/>
                  <a:pt x="102952" y="178594"/>
                  <a:pt x="106114" y="178594"/>
                </a:cubicBezTo>
                <a:cubicBezTo>
                  <a:pt x="113258" y="178594"/>
                  <a:pt x="119063" y="172789"/>
                  <a:pt x="119063" y="165646"/>
                </a:cubicBezTo>
                <a:lnTo>
                  <a:pt x="119063" y="24854"/>
                </a:lnTo>
                <a:cubicBezTo>
                  <a:pt x="119063" y="17711"/>
                  <a:pt x="113258" y="11906"/>
                  <a:pt x="106114" y="11906"/>
                </a:cubicBezTo>
                <a:cubicBezTo>
                  <a:pt x="102952" y="11906"/>
                  <a:pt x="99901" y="13060"/>
                  <a:pt x="97520" y="15180"/>
                </a:cubicBezTo>
                <a:lnTo>
                  <a:pt x="47625" y="59531"/>
                </a:lnTo>
                <a:lnTo>
                  <a:pt x="29766" y="59531"/>
                </a:lnTo>
                <a:cubicBezTo>
                  <a:pt x="19906" y="59531"/>
                  <a:pt x="11906" y="67531"/>
                  <a:pt x="11906" y="77391"/>
                </a:cubicBezTo>
                <a:lnTo>
                  <a:pt x="11906" y="113109"/>
                </a:lnTo>
                <a:cubicBezTo>
                  <a:pt x="11906" y="122969"/>
                  <a:pt x="19906" y="130969"/>
                  <a:pt x="29766" y="130969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864575" y="1543050"/>
            <a:ext cx="581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93075" y="2443163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293075" y="2133600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388278" y="213360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Deepgram Nova-3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93075" y="2947988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293075" y="2638425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429280" y="2638425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Deepgram Aura-2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93075" y="3143250"/>
            <a:ext cx="62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929342" y="3143250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Deepgram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1000" y="3914775"/>
            <a:ext cx="3705225" cy="2562225"/>
          </a:xfrm>
          <a:custGeom>
            <a:avLst/>
            <a:gdLst/>
            <a:ahLst/>
            <a:cxnLst/>
            <a:rect l="l" t="t" r="r" b="b"/>
            <a:pathLst>
              <a:path w="3705225" h="2562225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409824"/>
                </a:lnTo>
                <a:cubicBezTo>
                  <a:pt x="3705225" y="2493936"/>
                  <a:pt x="3636936" y="2562225"/>
                  <a:pt x="3552824" y="2562225"/>
                </a:cubicBezTo>
                <a:lnTo>
                  <a:pt x="152401" y="2562225"/>
                </a:lnTo>
                <a:cubicBezTo>
                  <a:pt x="68289" y="2562225"/>
                  <a:pt x="0" y="2493936"/>
                  <a:pt x="0" y="240982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81000" y="3914775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71500" y="4124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535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28663" y="42576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143000" y="4219575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Processing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71500" y="5119688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71500" y="4810125"/>
            <a:ext cx="33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266629" y="4810125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PyMuPDF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71500" y="5624513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71500" y="5314950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Spreadsheets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428479" y="5314950"/>
            <a:ext cx="54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71500" y="5819775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282032" y="5819775"/>
            <a:ext cx="69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openpyxl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41750" y="3914775"/>
            <a:ext cx="3705225" cy="2562225"/>
          </a:xfrm>
          <a:custGeom>
            <a:avLst/>
            <a:gdLst/>
            <a:ahLst/>
            <a:cxnLst/>
            <a:rect l="l" t="t" r="r" b="b"/>
            <a:pathLst>
              <a:path w="3705225" h="2562225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2409824"/>
                </a:lnTo>
                <a:cubicBezTo>
                  <a:pt x="3705225" y="2493936"/>
                  <a:pt x="3636936" y="2562225"/>
                  <a:pt x="3552824" y="2562225"/>
                </a:cubicBezTo>
                <a:lnTo>
                  <a:pt x="152401" y="2562225"/>
                </a:lnTo>
                <a:cubicBezTo>
                  <a:pt x="68289" y="2562225"/>
                  <a:pt x="0" y="2493936"/>
                  <a:pt x="0" y="240982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241750" y="3914775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432250" y="4124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7C82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541788" y="42576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003750" y="4219575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53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432250" y="5119688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432250" y="4810125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 Filling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037115" y="4810125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PyAutoGUI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432250" y="5624513"/>
            <a:ext cx="3324225" cy="9525"/>
          </a:xfrm>
          <a:custGeom>
            <a:avLst/>
            <a:gdLst/>
            <a:ahLst/>
            <a:cxnLst/>
            <a:rect l="l" t="t" r="r" b="b"/>
            <a:pathLst>
              <a:path w="3324225" h="9525">
                <a:moveTo>
                  <a:pt x="0" y="0"/>
                </a:moveTo>
                <a:lnTo>
                  <a:pt x="3324225" y="0"/>
                </a:lnTo>
                <a:lnTo>
                  <a:pt x="33242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432250" y="5314950"/>
            <a:ext cx="581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872957" y="5314950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Cloudflare R2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4432250" y="581977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Gateway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954962" y="5819775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53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OpenRouter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102575" y="3895725"/>
            <a:ext cx="3705225" cy="2581275"/>
          </a:xfrm>
          <a:custGeom>
            <a:avLst/>
            <a:gdLst/>
            <a:ahLst/>
            <a:cxnLst/>
            <a:rect l="l" t="t" r="r" b="b"/>
            <a:pathLst>
              <a:path w="3705225" h="2581275">
                <a:moveTo>
                  <a:pt x="152398" y="0"/>
                </a:moveTo>
                <a:lnTo>
                  <a:pt x="3552827" y="0"/>
                </a:lnTo>
                <a:cubicBezTo>
                  <a:pt x="3636994" y="0"/>
                  <a:pt x="3705225" y="68231"/>
                  <a:pt x="3705225" y="152398"/>
                </a:cubicBezTo>
                <a:lnTo>
                  <a:pt x="3705225" y="2428877"/>
                </a:lnTo>
                <a:cubicBezTo>
                  <a:pt x="3705225" y="2513044"/>
                  <a:pt x="3636994" y="2581275"/>
                  <a:pt x="3552827" y="2581275"/>
                </a:cubicBezTo>
                <a:lnTo>
                  <a:pt x="152398" y="2581275"/>
                </a:lnTo>
                <a:cubicBezTo>
                  <a:pt x="68231" y="2581275"/>
                  <a:pt x="0" y="2513044"/>
                  <a:pt x="0" y="242887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A535C"/>
              </a:gs>
              <a:gs pos="100000">
                <a:srgbClr val="4A7C82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763869" y="4138613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241637" y="804"/>
                </a:moveTo>
                <a:cubicBezTo>
                  <a:pt x="230252" y="-2478"/>
                  <a:pt x="218398" y="4152"/>
                  <a:pt x="215116" y="15538"/>
                </a:cubicBezTo>
                <a:lnTo>
                  <a:pt x="129391" y="315575"/>
                </a:lnTo>
                <a:cubicBezTo>
                  <a:pt x="126110" y="326961"/>
                  <a:pt x="132740" y="338815"/>
                  <a:pt x="144125" y="342096"/>
                </a:cubicBezTo>
                <a:cubicBezTo>
                  <a:pt x="155511" y="345378"/>
                  <a:pt x="167365" y="338748"/>
                  <a:pt x="170646" y="327362"/>
                </a:cubicBezTo>
                <a:lnTo>
                  <a:pt x="256371" y="27325"/>
                </a:lnTo>
                <a:cubicBezTo>
                  <a:pt x="259653" y="15939"/>
                  <a:pt x="253023" y="4085"/>
                  <a:pt x="241637" y="804"/>
                </a:cubicBezTo>
                <a:close/>
                <a:moveTo>
                  <a:pt x="284902" y="91953"/>
                </a:moveTo>
                <a:cubicBezTo>
                  <a:pt x="276530" y="100325"/>
                  <a:pt x="276530" y="113920"/>
                  <a:pt x="284902" y="122292"/>
                </a:cubicBezTo>
                <a:lnTo>
                  <a:pt x="334060" y="171450"/>
                </a:lnTo>
                <a:lnTo>
                  <a:pt x="284902" y="220608"/>
                </a:lnTo>
                <a:cubicBezTo>
                  <a:pt x="276530" y="228980"/>
                  <a:pt x="276530" y="242575"/>
                  <a:pt x="284902" y="250947"/>
                </a:cubicBezTo>
                <a:cubicBezTo>
                  <a:pt x="293273" y="259318"/>
                  <a:pt x="306869" y="259318"/>
                  <a:pt x="315240" y="250947"/>
                </a:cubicBezTo>
                <a:lnTo>
                  <a:pt x="379534" y="186653"/>
                </a:lnTo>
                <a:cubicBezTo>
                  <a:pt x="387906" y="178281"/>
                  <a:pt x="387906" y="164686"/>
                  <a:pt x="379534" y="156314"/>
                </a:cubicBezTo>
                <a:lnTo>
                  <a:pt x="315240" y="92020"/>
                </a:lnTo>
                <a:cubicBezTo>
                  <a:pt x="306869" y="83649"/>
                  <a:pt x="293273" y="83649"/>
                  <a:pt x="284902" y="92020"/>
                </a:cubicBezTo>
                <a:close/>
                <a:moveTo>
                  <a:pt x="100928" y="91953"/>
                </a:moveTo>
                <a:cubicBezTo>
                  <a:pt x="92556" y="83582"/>
                  <a:pt x="78961" y="83582"/>
                  <a:pt x="70589" y="91953"/>
                </a:cubicBezTo>
                <a:lnTo>
                  <a:pt x="6295" y="156247"/>
                </a:lnTo>
                <a:cubicBezTo>
                  <a:pt x="-2076" y="164619"/>
                  <a:pt x="-2076" y="178214"/>
                  <a:pt x="6295" y="186586"/>
                </a:cubicBezTo>
                <a:lnTo>
                  <a:pt x="70589" y="250880"/>
                </a:lnTo>
                <a:cubicBezTo>
                  <a:pt x="78961" y="259251"/>
                  <a:pt x="92556" y="259251"/>
                  <a:pt x="100928" y="250880"/>
                </a:cubicBezTo>
                <a:cubicBezTo>
                  <a:pt x="109299" y="242508"/>
                  <a:pt x="109299" y="228913"/>
                  <a:pt x="100928" y="220541"/>
                </a:cubicBezTo>
                <a:lnTo>
                  <a:pt x="51770" y="171450"/>
                </a:lnTo>
                <a:lnTo>
                  <a:pt x="100861" y="122292"/>
                </a:lnTo>
                <a:cubicBezTo>
                  <a:pt x="109232" y="113920"/>
                  <a:pt x="109232" y="100325"/>
                  <a:pt x="100861" y="91953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8245450" y="4595813"/>
            <a:ext cx="3419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Getting Started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293075" y="4976813"/>
            <a:ext cx="3324225" cy="952500"/>
          </a:xfrm>
          <a:custGeom>
            <a:avLst/>
            <a:gdLst/>
            <a:ahLst/>
            <a:cxnLst/>
            <a:rect l="l" t="t" r="r" b="b"/>
            <a:pathLst>
              <a:path w="3324225" h="952500">
                <a:moveTo>
                  <a:pt x="114300" y="0"/>
                </a:moveTo>
                <a:lnTo>
                  <a:pt x="3209925" y="0"/>
                </a:lnTo>
                <a:cubicBezTo>
                  <a:pt x="3273009" y="0"/>
                  <a:pt x="3324225" y="51216"/>
                  <a:pt x="3324225" y="114300"/>
                </a:cubicBezTo>
                <a:lnTo>
                  <a:pt x="3324225" y="838200"/>
                </a:lnTo>
                <a:cubicBezTo>
                  <a:pt x="3324225" y="901284"/>
                  <a:pt x="3273009" y="952500"/>
                  <a:pt x="3209925" y="952500"/>
                </a:cubicBezTo>
                <a:lnTo>
                  <a:pt x="114300" y="952500"/>
                </a:lnTo>
                <a:cubicBezTo>
                  <a:pt x="51216" y="952500"/>
                  <a:pt x="0" y="901284"/>
                  <a:pt x="0" y="838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407375" y="5091113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pip install -r requirements.txt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407375" y="5357813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cp .env.example .env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407375" y="5624513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app.py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259738" y="6043613"/>
            <a:ext cx="3390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localhost:5000/form-context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53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6691d375efbb2759cdb579ce22901c4b6af8a4a9.jp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6030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60302"/>
          </a:xfrm>
          <a:custGeom>
            <a:avLst/>
            <a:gdLst/>
            <a:ahLst/>
            <a:cxnLst/>
            <a:rect l="l" t="t" r="r" b="b"/>
            <a:pathLst>
              <a:path w="12192000" h="6860302">
                <a:moveTo>
                  <a:pt x="0" y="0"/>
                </a:moveTo>
                <a:lnTo>
                  <a:pt x="12192000" y="0"/>
                </a:lnTo>
                <a:lnTo>
                  <a:pt x="12192000" y="6860302"/>
                </a:lnTo>
                <a:lnTo>
                  <a:pt x="0" y="686030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535C">
                  <a:alpha val="95000"/>
                </a:srgbClr>
              </a:gs>
              <a:gs pos="50000">
                <a:srgbClr val="1A535C">
                  <a:alpha val="90000"/>
                </a:srgbClr>
              </a:gs>
              <a:gs pos="100000">
                <a:srgbClr val="4A7C82">
                  <a:alpha val="8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801204" y="-105897"/>
            <a:ext cx="2596785" cy="488048"/>
          </a:xfrm>
          <a:custGeom>
            <a:avLst/>
            <a:gdLst/>
            <a:ahLst/>
            <a:cxnLst/>
            <a:rect l="l" t="t" r="r" b="b"/>
            <a:pathLst>
              <a:path w="2596785" h="488048">
                <a:moveTo>
                  <a:pt x="244024" y="0"/>
                </a:moveTo>
                <a:lnTo>
                  <a:pt x="2352761" y="0"/>
                </a:lnTo>
                <a:cubicBezTo>
                  <a:pt x="2487532" y="0"/>
                  <a:pt x="2596785" y="109253"/>
                  <a:pt x="2596785" y="244024"/>
                </a:cubicBezTo>
                <a:lnTo>
                  <a:pt x="2596785" y="244024"/>
                </a:lnTo>
                <a:cubicBezTo>
                  <a:pt x="2596785" y="378795"/>
                  <a:pt x="2487532" y="488048"/>
                  <a:pt x="2352761" y="488048"/>
                </a:cubicBezTo>
                <a:lnTo>
                  <a:pt x="244024" y="488048"/>
                </a:lnTo>
                <a:cubicBezTo>
                  <a:pt x="109344" y="488048"/>
                  <a:pt x="0" y="378705"/>
                  <a:pt x="0" y="244024"/>
                </a:cubicBezTo>
                <a:lnTo>
                  <a:pt x="0" y="244024"/>
                </a:lnTo>
                <a:cubicBezTo>
                  <a:pt x="0" y="109344"/>
                  <a:pt x="109344" y="0"/>
                  <a:pt x="244024" y="0"/>
                </a:cubicBezTo>
                <a:close/>
              </a:path>
            </a:pathLst>
          </a:custGeom>
          <a:solidFill>
            <a:srgbClr val="FF6B6B">
              <a:alpha val="20000"/>
            </a:srgbClr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049833" y="46042"/>
            <a:ext cx="184169" cy="184169"/>
          </a:xfrm>
          <a:custGeom>
            <a:avLst/>
            <a:gdLst/>
            <a:ahLst/>
            <a:cxnLst/>
            <a:rect l="l" t="t" r="r" b="b"/>
            <a:pathLst>
              <a:path w="184169" h="184169">
                <a:moveTo>
                  <a:pt x="46042" y="115106"/>
                </a:moveTo>
                <a:lnTo>
                  <a:pt x="8813" y="115106"/>
                </a:lnTo>
                <a:cubicBezTo>
                  <a:pt x="-144" y="115106"/>
                  <a:pt x="-5647" y="105358"/>
                  <a:pt x="-1043" y="97660"/>
                </a:cubicBezTo>
                <a:lnTo>
                  <a:pt x="17985" y="65934"/>
                </a:lnTo>
                <a:cubicBezTo>
                  <a:pt x="21115" y="60718"/>
                  <a:pt x="26726" y="57553"/>
                  <a:pt x="32805" y="57553"/>
                </a:cubicBezTo>
                <a:lnTo>
                  <a:pt x="66977" y="57553"/>
                </a:lnTo>
                <a:cubicBezTo>
                  <a:pt x="94351" y="11187"/>
                  <a:pt x="135177" y="8849"/>
                  <a:pt x="162479" y="12841"/>
                </a:cubicBezTo>
                <a:cubicBezTo>
                  <a:pt x="167083" y="13525"/>
                  <a:pt x="170680" y="17122"/>
                  <a:pt x="171328" y="21690"/>
                </a:cubicBezTo>
                <a:cubicBezTo>
                  <a:pt x="175320" y="48992"/>
                  <a:pt x="172982" y="89818"/>
                  <a:pt x="126616" y="117192"/>
                </a:cubicBezTo>
                <a:lnTo>
                  <a:pt x="126616" y="151364"/>
                </a:lnTo>
                <a:cubicBezTo>
                  <a:pt x="126616" y="157443"/>
                  <a:pt x="123451" y="163054"/>
                  <a:pt x="118235" y="166184"/>
                </a:cubicBezTo>
                <a:lnTo>
                  <a:pt x="86509" y="185212"/>
                </a:lnTo>
                <a:cubicBezTo>
                  <a:pt x="78847" y="189817"/>
                  <a:pt x="69063" y="184277"/>
                  <a:pt x="69063" y="175356"/>
                </a:cubicBezTo>
                <a:lnTo>
                  <a:pt x="69063" y="138127"/>
                </a:lnTo>
                <a:cubicBezTo>
                  <a:pt x="69063" y="125429"/>
                  <a:pt x="58740" y="115106"/>
                  <a:pt x="46042" y="115106"/>
                </a:cubicBezTo>
                <a:lnTo>
                  <a:pt x="46006" y="115106"/>
                </a:lnTo>
                <a:close/>
                <a:moveTo>
                  <a:pt x="143882" y="57553"/>
                </a:moveTo>
                <a:cubicBezTo>
                  <a:pt x="143882" y="48024"/>
                  <a:pt x="136146" y="40287"/>
                  <a:pt x="126616" y="40287"/>
                </a:cubicBezTo>
                <a:cubicBezTo>
                  <a:pt x="117087" y="40287"/>
                  <a:pt x="109350" y="48024"/>
                  <a:pt x="109350" y="57553"/>
                </a:cubicBezTo>
                <a:cubicBezTo>
                  <a:pt x="109350" y="67082"/>
                  <a:pt x="117087" y="74819"/>
                  <a:pt x="126616" y="74819"/>
                </a:cubicBezTo>
                <a:cubicBezTo>
                  <a:pt x="136146" y="74819"/>
                  <a:pt x="143882" y="67082"/>
                  <a:pt x="143882" y="57553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326086" y="9208"/>
            <a:ext cx="1887734" cy="257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5" b="1" kern="0" spc="65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HACKATHON PROJECT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45156" y="828761"/>
            <a:ext cx="9705716" cy="138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350" b="1" dirty="0">
                <a:solidFill>
                  <a:srgbClr val="F8F9F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Built at a Hackathon — Because Clinicians Deserve Better Tools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508673" y="2431033"/>
            <a:ext cx="1178683" cy="0"/>
          </a:xfrm>
          <a:custGeom>
            <a:avLst/>
            <a:gdLst/>
            <a:ahLst/>
            <a:cxnLst/>
            <a:rect l="l" t="t" r="r" b="b"/>
            <a:pathLst>
              <a:path w="1178683">
                <a:moveTo>
                  <a:pt x="0" y="0"/>
                </a:moveTo>
                <a:lnTo>
                  <a:pt x="1178683" y="0"/>
                </a:lnTo>
                <a:lnTo>
                  <a:pt x="1178683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917374" y="2725704"/>
            <a:ext cx="8361281" cy="1077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4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HSante transforms medical intake from a time-consuming manual process into an automated, intelligent workflow. By leveraging AI to handle data extraction and form filling, clinicians can focus on what matters most: providing quality patient care.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977229" y="4176036"/>
            <a:ext cx="2541535" cy="1961402"/>
          </a:xfrm>
          <a:custGeom>
            <a:avLst/>
            <a:gdLst/>
            <a:ahLst/>
            <a:cxnLst/>
            <a:rect l="l" t="t" r="r" b="b"/>
            <a:pathLst>
              <a:path w="2541535" h="1961402">
                <a:moveTo>
                  <a:pt x="147341" y="0"/>
                </a:moveTo>
                <a:lnTo>
                  <a:pt x="2394194" y="0"/>
                </a:lnTo>
                <a:cubicBezTo>
                  <a:pt x="2475568" y="0"/>
                  <a:pt x="2541535" y="65967"/>
                  <a:pt x="2541535" y="147341"/>
                </a:cubicBezTo>
                <a:lnTo>
                  <a:pt x="2541535" y="1814061"/>
                </a:lnTo>
                <a:cubicBezTo>
                  <a:pt x="2541535" y="1895435"/>
                  <a:pt x="2475568" y="1961402"/>
                  <a:pt x="2394194" y="1961402"/>
                </a:cubicBezTo>
                <a:lnTo>
                  <a:pt x="147341" y="1961402"/>
                </a:lnTo>
                <a:cubicBezTo>
                  <a:pt x="65967" y="1961402"/>
                  <a:pt x="0" y="1895435"/>
                  <a:pt x="0" y="1814061"/>
                </a:cubicBezTo>
                <a:lnTo>
                  <a:pt x="0" y="147341"/>
                </a:lnTo>
                <a:cubicBezTo>
                  <a:pt x="0" y="65967"/>
                  <a:pt x="65967" y="0"/>
                  <a:pt x="14734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083755" y="4401644"/>
            <a:ext cx="331505" cy="331505"/>
          </a:xfrm>
          <a:custGeom>
            <a:avLst/>
            <a:gdLst/>
            <a:ahLst/>
            <a:cxnLst/>
            <a:rect l="l" t="t" r="r" b="b"/>
            <a:pathLst>
              <a:path w="331505" h="331505">
                <a:moveTo>
                  <a:pt x="165752" y="0"/>
                </a:moveTo>
                <a:cubicBezTo>
                  <a:pt x="257233" y="0"/>
                  <a:pt x="331505" y="74271"/>
                  <a:pt x="331505" y="165752"/>
                </a:cubicBezTo>
                <a:cubicBezTo>
                  <a:pt x="331505" y="257233"/>
                  <a:pt x="257233" y="331505"/>
                  <a:pt x="165752" y="331505"/>
                </a:cubicBezTo>
                <a:cubicBezTo>
                  <a:pt x="74271" y="331505"/>
                  <a:pt x="0" y="257233"/>
                  <a:pt x="0" y="165752"/>
                </a:cubicBezTo>
                <a:cubicBezTo>
                  <a:pt x="0" y="74271"/>
                  <a:pt x="74271" y="0"/>
                  <a:pt x="165752" y="0"/>
                </a:cubicBezTo>
                <a:close/>
                <a:moveTo>
                  <a:pt x="150213" y="77696"/>
                </a:moveTo>
                <a:lnTo>
                  <a:pt x="150213" y="165752"/>
                </a:lnTo>
                <a:cubicBezTo>
                  <a:pt x="150213" y="170932"/>
                  <a:pt x="152803" y="175788"/>
                  <a:pt x="157141" y="178702"/>
                </a:cubicBezTo>
                <a:lnTo>
                  <a:pt x="219298" y="220140"/>
                </a:lnTo>
                <a:cubicBezTo>
                  <a:pt x="226420" y="224931"/>
                  <a:pt x="236067" y="222989"/>
                  <a:pt x="240859" y="215802"/>
                </a:cubicBezTo>
                <a:cubicBezTo>
                  <a:pt x="245650" y="208615"/>
                  <a:pt x="243708" y="199032"/>
                  <a:pt x="236521" y="194241"/>
                </a:cubicBezTo>
                <a:lnTo>
                  <a:pt x="181292" y="157465"/>
                </a:lnTo>
                <a:lnTo>
                  <a:pt x="181292" y="77696"/>
                </a:lnTo>
                <a:cubicBezTo>
                  <a:pt x="181292" y="69085"/>
                  <a:pt x="174364" y="62157"/>
                  <a:pt x="165752" y="62157"/>
                </a:cubicBezTo>
                <a:cubicBezTo>
                  <a:pt x="157141" y="62157"/>
                  <a:pt x="150213" y="69085"/>
                  <a:pt x="150213" y="77696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119960" y="4843650"/>
            <a:ext cx="2256073" cy="73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1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Minutes → Seconds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161398" y="5653994"/>
            <a:ext cx="2173196" cy="257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5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 completion time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825664" y="4176036"/>
            <a:ext cx="2541535" cy="1961402"/>
          </a:xfrm>
          <a:custGeom>
            <a:avLst/>
            <a:gdLst/>
            <a:ahLst/>
            <a:cxnLst/>
            <a:rect l="l" t="t" r="r" b="b"/>
            <a:pathLst>
              <a:path w="2541535" h="1961402">
                <a:moveTo>
                  <a:pt x="147341" y="0"/>
                </a:moveTo>
                <a:lnTo>
                  <a:pt x="2394194" y="0"/>
                </a:lnTo>
                <a:cubicBezTo>
                  <a:pt x="2475568" y="0"/>
                  <a:pt x="2541535" y="65967"/>
                  <a:pt x="2541535" y="147341"/>
                </a:cubicBezTo>
                <a:lnTo>
                  <a:pt x="2541535" y="1814061"/>
                </a:lnTo>
                <a:cubicBezTo>
                  <a:pt x="2541535" y="1895435"/>
                  <a:pt x="2475568" y="1961402"/>
                  <a:pt x="2394194" y="1961402"/>
                </a:cubicBezTo>
                <a:lnTo>
                  <a:pt x="147341" y="1961402"/>
                </a:lnTo>
                <a:cubicBezTo>
                  <a:pt x="65967" y="1961402"/>
                  <a:pt x="0" y="1895435"/>
                  <a:pt x="0" y="1814061"/>
                </a:cubicBezTo>
                <a:lnTo>
                  <a:pt x="0" y="147341"/>
                </a:lnTo>
                <a:cubicBezTo>
                  <a:pt x="0" y="65967"/>
                  <a:pt x="65967" y="0"/>
                  <a:pt x="14734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932190" y="4401644"/>
            <a:ext cx="331505" cy="331505"/>
          </a:xfrm>
          <a:custGeom>
            <a:avLst/>
            <a:gdLst/>
            <a:ahLst/>
            <a:cxnLst/>
            <a:rect l="l" t="t" r="r" b="b"/>
            <a:pathLst>
              <a:path w="331505" h="331505">
                <a:moveTo>
                  <a:pt x="165752" y="0"/>
                </a:moveTo>
                <a:cubicBezTo>
                  <a:pt x="168731" y="0"/>
                  <a:pt x="171709" y="647"/>
                  <a:pt x="174428" y="1878"/>
                </a:cubicBezTo>
                <a:lnTo>
                  <a:pt x="296412" y="53610"/>
                </a:lnTo>
                <a:cubicBezTo>
                  <a:pt x="310656" y="59632"/>
                  <a:pt x="321275" y="73682"/>
                  <a:pt x="321210" y="90646"/>
                </a:cubicBezTo>
                <a:cubicBezTo>
                  <a:pt x="320886" y="154875"/>
                  <a:pt x="294469" y="272391"/>
                  <a:pt x="182910" y="325807"/>
                </a:cubicBezTo>
                <a:cubicBezTo>
                  <a:pt x="172097" y="330987"/>
                  <a:pt x="159537" y="330987"/>
                  <a:pt x="148724" y="325807"/>
                </a:cubicBezTo>
                <a:cubicBezTo>
                  <a:pt x="37100" y="272391"/>
                  <a:pt x="10748" y="154875"/>
                  <a:pt x="10424" y="90646"/>
                </a:cubicBezTo>
                <a:cubicBezTo>
                  <a:pt x="10360" y="73682"/>
                  <a:pt x="20978" y="59632"/>
                  <a:pt x="35222" y="53610"/>
                </a:cubicBezTo>
                <a:lnTo>
                  <a:pt x="157141" y="1878"/>
                </a:lnTo>
                <a:cubicBezTo>
                  <a:pt x="159860" y="647"/>
                  <a:pt x="162774" y="0"/>
                  <a:pt x="165752" y="0"/>
                </a:cubicBezTo>
                <a:close/>
                <a:moveTo>
                  <a:pt x="165752" y="43251"/>
                </a:moveTo>
                <a:lnTo>
                  <a:pt x="165752" y="288059"/>
                </a:lnTo>
                <a:cubicBezTo>
                  <a:pt x="255103" y="244808"/>
                  <a:pt x="279124" y="148983"/>
                  <a:pt x="279707" y="91617"/>
                </a:cubicBezTo>
                <a:lnTo>
                  <a:pt x="165752" y="43316"/>
                </a:lnTo>
                <a:lnTo>
                  <a:pt x="165752" y="43316"/>
                </a:ln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968395" y="4843650"/>
            <a:ext cx="2256073" cy="36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1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Errors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09833" y="5285656"/>
            <a:ext cx="2173196" cy="257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5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accuracy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74172" y="4176036"/>
            <a:ext cx="2541535" cy="1961402"/>
          </a:xfrm>
          <a:custGeom>
            <a:avLst/>
            <a:gdLst/>
            <a:ahLst/>
            <a:cxnLst/>
            <a:rect l="l" t="t" r="r" b="b"/>
            <a:pathLst>
              <a:path w="2541535" h="1961402">
                <a:moveTo>
                  <a:pt x="147341" y="0"/>
                </a:moveTo>
                <a:lnTo>
                  <a:pt x="2394194" y="0"/>
                </a:lnTo>
                <a:cubicBezTo>
                  <a:pt x="2475568" y="0"/>
                  <a:pt x="2541535" y="65967"/>
                  <a:pt x="2541535" y="147341"/>
                </a:cubicBezTo>
                <a:lnTo>
                  <a:pt x="2541535" y="1814061"/>
                </a:lnTo>
                <a:cubicBezTo>
                  <a:pt x="2541535" y="1895435"/>
                  <a:pt x="2475568" y="1961402"/>
                  <a:pt x="2394194" y="1961402"/>
                </a:cubicBezTo>
                <a:lnTo>
                  <a:pt x="147341" y="1961402"/>
                </a:lnTo>
                <a:cubicBezTo>
                  <a:pt x="65967" y="1961402"/>
                  <a:pt x="0" y="1895435"/>
                  <a:pt x="0" y="1814061"/>
                </a:cubicBezTo>
                <a:lnTo>
                  <a:pt x="0" y="147341"/>
                </a:lnTo>
                <a:cubicBezTo>
                  <a:pt x="0" y="65967"/>
                  <a:pt x="65967" y="0"/>
                  <a:pt x="14734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780698" y="4401644"/>
            <a:ext cx="331505" cy="331505"/>
          </a:xfrm>
          <a:custGeom>
            <a:avLst/>
            <a:gdLst/>
            <a:ahLst/>
            <a:cxnLst/>
            <a:rect l="l" t="t" r="r" b="b"/>
            <a:pathLst>
              <a:path w="331505" h="331505">
                <a:moveTo>
                  <a:pt x="156040" y="56395"/>
                </a:moveTo>
                <a:lnTo>
                  <a:pt x="165752" y="69797"/>
                </a:lnTo>
                <a:lnTo>
                  <a:pt x="175464" y="56395"/>
                </a:lnTo>
                <a:cubicBezTo>
                  <a:pt x="191651" y="33992"/>
                  <a:pt x="217679" y="20719"/>
                  <a:pt x="245326" y="20719"/>
                </a:cubicBezTo>
                <a:cubicBezTo>
                  <a:pt x="292915" y="20719"/>
                  <a:pt x="331505" y="59308"/>
                  <a:pt x="331505" y="106897"/>
                </a:cubicBezTo>
                <a:lnTo>
                  <a:pt x="331505" y="108581"/>
                </a:lnTo>
                <a:cubicBezTo>
                  <a:pt x="331505" y="181227"/>
                  <a:pt x="240924" y="265592"/>
                  <a:pt x="193658" y="301656"/>
                </a:cubicBezTo>
                <a:cubicBezTo>
                  <a:pt x="185630" y="307742"/>
                  <a:pt x="175788" y="310785"/>
                  <a:pt x="165752" y="310785"/>
                </a:cubicBezTo>
                <a:cubicBezTo>
                  <a:pt x="155716" y="310785"/>
                  <a:pt x="145810" y="307807"/>
                  <a:pt x="137846" y="301656"/>
                </a:cubicBezTo>
                <a:cubicBezTo>
                  <a:pt x="90581" y="265592"/>
                  <a:pt x="0" y="181227"/>
                  <a:pt x="0" y="108581"/>
                </a:cubicBezTo>
                <a:lnTo>
                  <a:pt x="0" y="106897"/>
                </a:lnTo>
                <a:cubicBezTo>
                  <a:pt x="0" y="59308"/>
                  <a:pt x="38589" y="20719"/>
                  <a:pt x="86178" y="20719"/>
                </a:cubicBezTo>
                <a:cubicBezTo>
                  <a:pt x="113825" y="20719"/>
                  <a:pt x="139853" y="33992"/>
                  <a:pt x="156040" y="56395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816903" y="4843650"/>
            <a:ext cx="2256073" cy="73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1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Care Time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858341" y="5653994"/>
            <a:ext cx="2173196" cy="257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5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on patients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955249" y="6514985"/>
            <a:ext cx="2504701" cy="451215"/>
          </a:xfrm>
          <a:custGeom>
            <a:avLst/>
            <a:gdLst/>
            <a:ahLst/>
            <a:cxnLst/>
            <a:rect l="l" t="t" r="r" b="b"/>
            <a:pathLst>
              <a:path w="2504701" h="451215">
                <a:moveTo>
                  <a:pt x="225607" y="0"/>
                </a:moveTo>
                <a:lnTo>
                  <a:pt x="2279094" y="0"/>
                </a:lnTo>
                <a:cubicBezTo>
                  <a:pt x="2403693" y="0"/>
                  <a:pt x="2504701" y="101008"/>
                  <a:pt x="2504701" y="225607"/>
                </a:cubicBezTo>
                <a:lnTo>
                  <a:pt x="2504701" y="225607"/>
                </a:lnTo>
                <a:cubicBezTo>
                  <a:pt x="2504701" y="350207"/>
                  <a:pt x="2403693" y="451215"/>
                  <a:pt x="2279094" y="451215"/>
                </a:cubicBezTo>
                <a:lnTo>
                  <a:pt x="225607" y="451215"/>
                </a:lnTo>
                <a:cubicBezTo>
                  <a:pt x="101008" y="451215"/>
                  <a:pt x="0" y="350207"/>
                  <a:pt x="0" y="225607"/>
                </a:cubicBezTo>
                <a:lnTo>
                  <a:pt x="0" y="225607"/>
                </a:lnTo>
                <a:cubicBezTo>
                  <a:pt x="0" y="101008"/>
                  <a:pt x="101008" y="0"/>
                  <a:pt x="22560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167044" y="6648508"/>
            <a:ext cx="184169" cy="184169"/>
          </a:xfrm>
          <a:custGeom>
            <a:avLst/>
            <a:gdLst/>
            <a:ahLst/>
            <a:cxnLst/>
            <a:rect l="l" t="t" r="r" b="b"/>
            <a:pathLst>
              <a:path w="184169" h="184169">
                <a:moveTo>
                  <a:pt x="62553" y="142947"/>
                </a:moveTo>
                <a:cubicBezTo>
                  <a:pt x="62553" y="143666"/>
                  <a:pt x="61725" y="144242"/>
                  <a:pt x="60682" y="144242"/>
                </a:cubicBezTo>
                <a:cubicBezTo>
                  <a:pt x="59495" y="144350"/>
                  <a:pt x="58668" y="143774"/>
                  <a:pt x="58668" y="142947"/>
                </a:cubicBezTo>
                <a:cubicBezTo>
                  <a:pt x="58668" y="142228"/>
                  <a:pt x="59495" y="141652"/>
                  <a:pt x="60538" y="141652"/>
                </a:cubicBezTo>
                <a:cubicBezTo>
                  <a:pt x="61618" y="141544"/>
                  <a:pt x="62553" y="142120"/>
                  <a:pt x="62553" y="142947"/>
                </a:cubicBezTo>
                <a:close/>
                <a:moveTo>
                  <a:pt x="51366" y="141328"/>
                </a:moveTo>
                <a:cubicBezTo>
                  <a:pt x="51114" y="142048"/>
                  <a:pt x="51834" y="142875"/>
                  <a:pt x="52913" y="143091"/>
                </a:cubicBezTo>
                <a:cubicBezTo>
                  <a:pt x="53848" y="143451"/>
                  <a:pt x="54927" y="143091"/>
                  <a:pt x="55143" y="142371"/>
                </a:cubicBezTo>
                <a:cubicBezTo>
                  <a:pt x="55359" y="141652"/>
                  <a:pt x="54675" y="140825"/>
                  <a:pt x="53596" y="140501"/>
                </a:cubicBezTo>
                <a:cubicBezTo>
                  <a:pt x="52661" y="140249"/>
                  <a:pt x="51618" y="140609"/>
                  <a:pt x="51366" y="141328"/>
                </a:cubicBezTo>
                <a:close/>
                <a:moveTo>
                  <a:pt x="67265" y="140717"/>
                </a:moveTo>
                <a:cubicBezTo>
                  <a:pt x="66222" y="140969"/>
                  <a:pt x="65502" y="141652"/>
                  <a:pt x="65610" y="142479"/>
                </a:cubicBezTo>
                <a:cubicBezTo>
                  <a:pt x="65718" y="143199"/>
                  <a:pt x="66653" y="143666"/>
                  <a:pt x="67733" y="143415"/>
                </a:cubicBezTo>
                <a:cubicBezTo>
                  <a:pt x="68776" y="143163"/>
                  <a:pt x="69495" y="142479"/>
                  <a:pt x="69387" y="141760"/>
                </a:cubicBezTo>
                <a:cubicBezTo>
                  <a:pt x="69279" y="141076"/>
                  <a:pt x="68308" y="140609"/>
                  <a:pt x="67265" y="140717"/>
                </a:cubicBezTo>
                <a:close/>
                <a:moveTo>
                  <a:pt x="90934" y="2878"/>
                </a:moveTo>
                <a:cubicBezTo>
                  <a:pt x="41042" y="2878"/>
                  <a:pt x="2878" y="40755"/>
                  <a:pt x="2878" y="90646"/>
                </a:cubicBezTo>
                <a:cubicBezTo>
                  <a:pt x="2878" y="130537"/>
                  <a:pt x="27985" y="164673"/>
                  <a:pt x="63848" y="176687"/>
                </a:cubicBezTo>
                <a:cubicBezTo>
                  <a:pt x="68452" y="177515"/>
                  <a:pt x="70071" y="174673"/>
                  <a:pt x="70071" y="172335"/>
                </a:cubicBezTo>
                <a:cubicBezTo>
                  <a:pt x="70071" y="170105"/>
                  <a:pt x="69963" y="157803"/>
                  <a:pt x="69963" y="150249"/>
                </a:cubicBezTo>
                <a:cubicBezTo>
                  <a:pt x="69963" y="150249"/>
                  <a:pt x="44783" y="155645"/>
                  <a:pt x="39496" y="139530"/>
                </a:cubicBezTo>
                <a:cubicBezTo>
                  <a:pt x="39496" y="139530"/>
                  <a:pt x="35395" y="129062"/>
                  <a:pt x="29496" y="126365"/>
                </a:cubicBezTo>
                <a:cubicBezTo>
                  <a:pt x="29496" y="126365"/>
                  <a:pt x="21259" y="120717"/>
                  <a:pt x="30071" y="120825"/>
                </a:cubicBezTo>
                <a:cubicBezTo>
                  <a:pt x="30071" y="120825"/>
                  <a:pt x="39028" y="121544"/>
                  <a:pt x="43956" y="130105"/>
                </a:cubicBezTo>
                <a:cubicBezTo>
                  <a:pt x="51834" y="143990"/>
                  <a:pt x="65035" y="139997"/>
                  <a:pt x="70179" y="137623"/>
                </a:cubicBezTo>
                <a:cubicBezTo>
                  <a:pt x="71006" y="131868"/>
                  <a:pt x="73344" y="127875"/>
                  <a:pt x="75934" y="125501"/>
                </a:cubicBezTo>
                <a:cubicBezTo>
                  <a:pt x="55826" y="123271"/>
                  <a:pt x="35539" y="120357"/>
                  <a:pt x="35539" y="85754"/>
                </a:cubicBezTo>
                <a:cubicBezTo>
                  <a:pt x="35539" y="75862"/>
                  <a:pt x="38273" y="70898"/>
                  <a:pt x="44028" y="64567"/>
                </a:cubicBezTo>
                <a:cubicBezTo>
                  <a:pt x="43093" y="62229"/>
                  <a:pt x="40035" y="52589"/>
                  <a:pt x="44963" y="40143"/>
                </a:cubicBezTo>
                <a:cubicBezTo>
                  <a:pt x="52481" y="37805"/>
                  <a:pt x="69783" y="49855"/>
                  <a:pt x="69783" y="49855"/>
                </a:cubicBezTo>
                <a:cubicBezTo>
                  <a:pt x="76977" y="47841"/>
                  <a:pt x="84711" y="46798"/>
                  <a:pt x="92372" y="46798"/>
                </a:cubicBezTo>
                <a:cubicBezTo>
                  <a:pt x="100034" y="46798"/>
                  <a:pt x="107768" y="47841"/>
                  <a:pt x="114962" y="49855"/>
                </a:cubicBezTo>
                <a:cubicBezTo>
                  <a:pt x="114962" y="49855"/>
                  <a:pt x="132264" y="37769"/>
                  <a:pt x="139782" y="40143"/>
                </a:cubicBezTo>
                <a:cubicBezTo>
                  <a:pt x="144709" y="52625"/>
                  <a:pt x="141652" y="62229"/>
                  <a:pt x="140717" y="64567"/>
                </a:cubicBezTo>
                <a:cubicBezTo>
                  <a:pt x="146472" y="70934"/>
                  <a:pt x="149997" y="75898"/>
                  <a:pt x="149997" y="85754"/>
                </a:cubicBezTo>
                <a:cubicBezTo>
                  <a:pt x="149997" y="120465"/>
                  <a:pt x="128811" y="123235"/>
                  <a:pt x="108703" y="125501"/>
                </a:cubicBezTo>
                <a:cubicBezTo>
                  <a:pt x="112012" y="128343"/>
                  <a:pt x="114818" y="133738"/>
                  <a:pt x="114818" y="142192"/>
                </a:cubicBezTo>
                <a:cubicBezTo>
                  <a:pt x="114818" y="154314"/>
                  <a:pt x="114710" y="169313"/>
                  <a:pt x="114710" y="172263"/>
                </a:cubicBezTo>
                <a:cubicBezTo>
                  <a:pt x="114710" y="174601"/>
                  <a:pt x="116365" y="177443"/>
                  <a:pt x="120933" y="176615"/>
                </a:cubicBezTo>
                <a:cubicBezTo>
                  <a:pt x="156904" y="164673"/>
                  <a:pt x="181292" y="130537"/>
                  <a:pt x="181292" y="90646"/>
                </a:cubicBezTo>
                <a:cubicBezTo>
                  <a:pt x="181292" y="40755"/>
                  <a:pt x="140825" y="2878"/>
                  <a:pt x="90934" y="2878"/>
                </a:cubicBezTo>
                <a:close/>
                <a:moveTo>
                  <a:pt x="37841" y="126940"/>
                </a:moveTo>
                <a:cubicBezTo>
                  <a:pt x="37373" y="127300"/>
                  <a:pt x="37481" y="128127"/>
                  <a:pt x="38093" y="128811"/>
                </a:cubicBezTo>
                <a:cubicBezTo>
                  <a:pt x="38668" y="129386"/>
                  <a:pt x="39496" y="129638"/>
                  <a:pt x="39963" y="129170"/>
                </a:cubicBezTo>
                <a:cubicBezTo>
                  <a:pt x="40431" y="128811"/>
                  <a:pt x="40323" y="127983"/>
                  <a:pt x="39711" y="127300"/>
                </a:cubicBezTo>
                <a:cubicBezTo>
                  <a:pt x="39136" y="126724"/>
                  <a:pt x="38309" y="126472"/>
                  <a:pt x="37841" y="126940"/>
                </a:cubicBezTo>
                <a:close/>
                <a:moveTo>
                  <a:pt x="33956" y="124026"/>
                </a:moveTo>
                <a:cubicBezTo>
                  <a:pt x="33704" y="124494"/>
                  <a:pt x="34064" y="125070"/>
                  <a:pt x="34784" y="125429"/>
                </a:cubicBezTo>
                <a:cubicBezTo>
                  <a:pt x="35359" y="125789"/>
                  <a:pt x="36078" y="125681"/>
                  <a:pt x="36330" y="125177"/>
                </a:cubicBezTo>
                <a:cubicBezTo>
                  <a:pt x="36582" y="124710"/>
                  <a:pt x="36222" y="124134"/>
                  <a:pt x="35503" y="123775"/>
                </a:cubicBezTo>
                <a:cubicBezTo>
                  <a:pt x="34784" y="123559"/>
                  <a:pt x="34208" y="123667"/>
                  <a:pt x="33956" y="124026"/>
                </a:cubicBezTo>
                <a:close/>
                <a:moveTo>
                  <a:pt x="45611" y="136832"/>
                </a:moveTo>
                <a:cubicBezTo>
                  <a:pt x="45035" y="137300"/>
                  <a:pt x="45251" y="138379"/>
                  <a:pt x="46078" y="139062"/>
                </a:cubicBezTo>
                <a:cubicBezTo>
                  <a:pt x="46906" y="139889"/>
                  <a:pt x="47949" y="139997"/>
                  <a:pt x="48416" y="139422"/>
                </a:cubicBezTo>
                <a:cubicBezTo>
                  <a:pt x="48884" y="138954"/>
                  <a:pt x="48668" y="137875"/>
                  <a:pt x="47949" y="137192"/>
                </a:cubicBezTo>
                <a:cubicBezTo>
                  <a:pt x="47157" y="136364"/>
                  <a:pt x="46078" y="136256"/>
                  <a:pt x="45611" y="136832"/>
                </a:cubicBezTo>
                <a:close/>
                <a:moveTo>
                  <a:pt x="41510" y="131544"/>
                </a:moveTo>
                <a:cubicBezTo>
                  <a:pt x="40934" y="131904"/>
                  <a:pt x="40934" y="132839"/>
                  <a:pt x="41510" y="133667"/>
                </a:cubicBezTo>
                <a:cubicBezTo>
                  <a:pt x="42086" y="134494"/>
                  <a:pt x="43057" y="134854"/>
                  <a:pt x="43524" y="134494"/>
                </a:cubicBezTo>
                <a:cubicBezTo>
                  <a:pt x="44100" y="134026"/>
                  <a:pt x="44100" y="133091"/>
                  <a:pt x="43524" y="132264"/>
                </a:cubicBezTo>
                <a:cubicBezTo>
                  <a:pt x="43021" y="131436"/>
                  <a:pt x="42086" y="131077"/>
                  <a:pt x="41510" y="131544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447902" y="6630091"/>
            <a:ext cx="1860109" cy="221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charbeltabet/hdf-hacksante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687284" y="6514985"/>
            <a:ext cx="1556230" cy="451215"/>
          </a:xfrm>
          <a:custGeom>
            <a:avLst/>
            <a:gdLst/>
            <a:ahLst/>
            <a:cxnLst/>
            <a:rect l="l" t="t" r="r" b="b"/>
            <a:pathLst>
              <a:path w="1556230" h="451215">
                <a:moveTo>
                  <a:pt x="225607" y="0"/>
                </a:moveTo>
                <a:lnTo>
                  <a:pt x="1330622" y="0"/>
                </a:lnTo>
                <a:cubicBezTo>
                  <a:pt x="1455222" y="0"/>
                  <a:pt x="1556230" y="101008"/>
                  <a:pt x="1556230" y="225607"/>
                </a:cubicBezTo>
                <a:lnTo>
                  <a:pt x="1556230" y="225607"/>
                </a:lnTo>
                <a:cubicBezTo>
                  <a:pt x="1556230" y="350207"/>
                  <a:pt x="1455222" y="451215"/>
                  <a:pt x="1330622" y="451215"/>
                </a:cubicBezTo>
                <a:lnTo>
                  <a:pt x="225607" y="451215"/>
                </a:lnTo>
                <a:cubicBezTo>
                  <a:pt x="101008" y="451215"/>
                  <a:pt x="0" y="350207"/>
                  <a:pt x="0" y="225607"/>
                </a:cubicBezTo>
                <a:lnTo>
                  <a:pt x="0" y="225607"/>
                </a:lnTo>
                <a:cubicBezTo>
                  <a:pt x="0" y="101008"/>
                  <a:pt x="101008" y="0"/>
                  <a:pt x="22560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910589" y="6648508"/>
            <a:ext cx="161148" cy="184169"/>
          </a:xfrm>
          <a:custGeom>
            <a:avLst/>
            <a:gdLst/>
            <a:ahLst/>
            <a:cxnLst/>
            <a:rect l="l" t="t" r="r" b="b"/>
            <a:pathLst>
              <a:path w="161148" h="184169">
                <a:moveTo>
                  <a:pt x="28776" y="37409"/>
                </a:moveTo>
                <a:cubicBezTo>
                  <a:pt x="33541" y="37409"/>
                  <a:pt x="37409" y="33541"/>
                  <a:pt x="37409" y="28776"/>
                </a:cubicBezTo>
                <a:cubicBezTo>
                  <a:pt x="37409" y="24012"/>
                  <a:pt x="33541" y="20144"/>
                  <a:pt x="28776" y="20144"/>
                </a:cubicBezTo>
                <a:cubicBezTo>
                  <a:pt x="24012" y="20144"/>
                  <a:pt x="20144" y="24012"/>
                  <a:pt x="20144" y="28776"/>
                </a:cubicBezTo>
                <a:cubicBezTo>
                  <a:pt x="20144" y="33541"/>
                  <a:pt x="24012" y="37409"/>
                  <a:pt x="28776" y="37409"/>
                </a:cubicBezTo>
                <a:close/>
                <a:moveTo>
                  <a:pt x="57553" y="28776"/>
                </a:moveTo>
                <a:cubicBezTo>
                  <a:pt x="57553" y="40575"/>
                  <a:pt x="50467" y="50718"/>
                  <a:pt x="40287" y="55143"/>
                </a:cubicBezTo>
                <a:lnTo>
                  <a:pt x="40287" y="80574"/>
                </a:lnTo>
                <a:lnTo>
                  <a:pt x="103595" y="80574"/>
                </a:lnTo>
                <a:cubicBezTo>
                  <a:pt x="113127" y="80574"/>
                  <a:pt x="120861" y="72840"/>
                  <a:pt x="120861" y="63308"/>
                </a:cubicBezTo>
                <a:lnTo>
                  <a:pt x="120861" y="55143"/>
                </a:lnTo>
                <a:cubicBezTo>
                  <a:pt x="110681" y="50718"/>
                  <a:pt x="103595" y="40575"/>
                  <a:pt x="103595" y="28776"/>
                </a:cubicBezTo>
                <a:cubicBezTo>
                  <a:pt x="103595" y="12877"/>
                  <a:pt x="116473" y="0"/>
                  <a:pt x="132372" y="0"/>
                </a:cubicBezTo>
                <a:cubicBezTo>
                  <a:pt x="148271" y="0"/>
                  <a:pt x="161148" y="12877"/>
                  <a:pt x="161148" y="28776"/>
                </a:cubicBezTo>
                <a:cubicBezTo>
                  <a:pt x="161148" y="40575"/>
                  <a:pt x="154062" y="50718"/>
                  <a:pt x="143882" y="55143"/>
                </a:cubicBezTo>
                <a:lnTo>
                  <a:pt x="143882" y="63308"/>
                </a:lnTo>
                <a:cubicBezTo>
                  <a:pt x="143882" y="85574"/>
                  <a:pt x="125861" y="103595"/>
                  <a:pt x="103595" y="103595"/>
                </a:cubicBezTo>
                <a:lnTo>
                  <a:pt x="40287" y="103595"/>
                </a:lnTo>
                <a:lnTo>
                  <a:pt x="40287" y="129026"/>
                </a:lnTo>
                <a:cubicBezTo>
                  <a:pt x="50467" y="133451"/>
                  <a:pt x="57553" y="143594"/>
                  <a:pt x="57553" y="155393"/>
                </a:cubicBezTo>
                <a:cubicBezTo>
                  <a:pt x="57553" y="171292"/>
                  <a:pt x="44675" y="184169"/>
                  <a:pt x="28776" y="184169"/>
                </a:cubicBezTo>
                <a:cubicBezTo>
                  <a:pt x="12877" y="184169"/>
                  <a:pt x="0" y="171292"/>
                  <a:pt x="0" y="155393"/>
                </a:cubicBezTo>
                <a:cubicBezTo>
                  <a:pt x="0" y="143594"/>
                  <a:pt x="7086" y="133451"/>
                  <a:pt x="17266" y="129026"/>
                </a:cubicBezTo>
                <a:lnTo>
                  <a:pt x="17266" y="55179"/>
                </a:lnTo>
                <a:cubicBezTo>
                  <a:pt x="7086" y="50718"/>
                  <a:pt x="0" y="40575"/>
                  <a:pt x="0" y="28776"/>
                </a:cubicBezTo>
                <a:cubicBezTo>
                  <a:pt x="0" y="12877"/>
                  <a:pt x="12877" y="0"/>
                  <a:pt x="28776" y="0"/>
                </a:cubicBezTo>
                <a:cubicBezTo>
                  <a:pt x="44675" y="0"/>
                  <a:pt x="57553" y="12877"/>
                  <a:pt x="57553" y="28776"/>
                </a:cubicBezTo>
                <a:close/>
                <a:moveTo>
                  <a:pt x="141005" y="28776"/>
                </a:moveTo>
                <a:cubicBezTo>
                  <a:pt x="141005" y="24012"/>
                  <a:pt x="137136" y="20144"/>
                  <a:pt x="132372" y="20144"/>
                </a:cubicBezTo>
                <a:cubicBezTo>
                  <a:pt x="127607" y="20144"/>
                  <a:pt x="123739" y="24012"/>
                  <a:pt x="123739" y="28776"/>
                </a:cubicBezTo>
                <a:cubicBezTo>
                  <a:pt x="123739" y="33541"/>
                  <a:pt x="127607" y="37409"/>
                  <a:pt x="132372" y="37409"/>
                </a:cubicBezTo>
                <a:cubicBezTo>
                  <a:pt x="137136" y="37409"/>
                  <a:pt x="141005" y="33541"/>
                  <a:pt x="141005" y="28776"/>
                </a:cubicBezTo>
                <a:close/>
                <a:moveTo>
                  <a:pt x="28776" y="164026"/>
                </a:moveTo>
                <a:cubicBezTo>
                  <a:pt x="33541" y="164026"/>
                  <a:pt x="37409" y="160157"/>
                  <a:pt x="37409" y="155393"/>
                </a:cubicBezTo>
                <a:cubicBezTo>
                  <a:pt x="37409" y="150628"/>
                  <a:pt x="33541" y="146760"/>
                  <a:pt x="28776" y="146760"/>
                </a:cubicBezTo>
                <a:cubicBezTo>
                  <a:pt x="24012" y="146760"/>
                  <a:pt x="20144" y="150628"/>
                  <a:pt x="20144" y="155393"/>
                </a:cubicBezTo>
                <a:cubicBezTo>
                  <a:pt x="20144" y="160157"/>
                  <a:pt x="24012" y="164026"/>
                  <a:pt x="28776" y="164026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179936" y="6630091"/>
            <a:ext cx="911637" cy="221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Source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1020</Words>
  <Application>Microsoft Macintosh PowerPoint</Application>
  <PresentationFormat>Widescreen</PresentationFormat>
  <Paragraphs>289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Quattrocento Sans</vt:lpstr>
      <vt:lpstr>Liter</vt:lpstr>
      <vt:lpstr>MiSans</vt:lpstr>
      <vt:lpstr>Arial</vt:lpstr>
      <vt:lpstr>Hedvig Letters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HSante - AI-Powered Medical Intake Automation</dc:title>
  <dc:subject>HSante - AI-Powered Medical Intake Automation</dc:subject>
  <dc:creator>Kimi</dc:creator>
  <cp:lastModifiedBy>Charbel Tabet</cp:lastModifiedBy>
  <cp:revision>1</cp:revision>
  <dcterms:created xsi:type="dcterms:W3CDTF">2026-02-12T07:57:53Z</dcterms:created>
  <dcterms:modified xsi:type="dcterms:W3CDTF">2026-02-13T22:56:02Z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{"Label":"HSante - AI-Powered Medical Intake Automation","ContentProducer":"001191110108MACG2KBH8F10000","ProduceID":"19c50cb5-1f52-8c27-8000-00006617e632","ReservedCode1":"","ContentPropagator":"001191110108MACG2KBH8F20000","PropagateID":"19c50cb5-1f52-8c27-8000-00006617e632","ReservedCode2":""}</vt:lpwstr>
  </property>
</Properties>
</file>